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30275213" cy="42803763"/>
  <p:notesSz cx="6858000" cy="9144000"/>
  <p:defaultTextStyle>
    <a:defPPr>
      <a:defRPr lang="en-US"/>
    </a:defPPr>
    <a:lvl1pPr marL="0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457016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914032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1371054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1828070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2285086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2742102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3199118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3656139" algn="l" defTabSz="457016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9898"/>
    <a:srgbClr val="096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>
      <p:cViewPr varScale="1">
        <p:scale>
          <a:sx n="15" d="100"/>
          <a:sy n="15" d="100"/>
        </p:scale>
        <p:origin x="2453" y="38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handoutMaster" Target="handoutMasters/handoutMaster1.xml"/><Relationship Id="rId9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6860D6F-7C7F-4A87-95B5-310BB48E55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0E34C3C-BB88-4490-8CE5-BEA38FC8F4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47906-58F8-41D5-91B4-3B180173CB0D}" type="datetimeFigureOut">
              <a:rPr lang="de-DE" smtClean="0"/>
              <a:t>04.04.2025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C80E89-9A27-4820-B8EA-011B64690D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970821-FD7C-4F4B-9E75-E8AD3ADF17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54FB7-C9EE-4F62-858D-52A86BC716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2609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45E3C-60A8-4CC3-BBE9-1D0B1ECC86AD}" type="datetimeFigureOut">
              <a:rPr lang="de-DE" smtClean="0"/>
              <a:t>04.04.2025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7D231-F223-4FAC-A174-623756215BD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2954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164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6328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59492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2656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5820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18978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2142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25306" algn="l" defTabSz="3506328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FE4430B5-36E2-44F2-B0BC-CC169F0651ED}"/>
              </a:ext>
            </a:extLst>
          </p:cNvPr>
          <p:cNvGrpSpPr/>
          <p:nvPr userDrawn="1"/>
        </p:nvGrpSpPr>
        <p:grpSpPr>
          <a:xfrm>
            <a:off x="15137606" y="17947481"/>
            <a:ext cx="14439782" cy="9120189"/>
            <a:chOff x="14897038" y="17947480"/>
            <a:chExt cx="14920913" cy="9120189"/>
          </a:xfrm>
        </p:grpSpPr>
        <p:sp>
          <p:nvSpPr>
            <p:cNvPr id="39" name="Rechteck: diagonal liegende Ecken abgerundet 38">
              <a:extLst>
                <a:ext uri="{FF2B5EF4-FFF2-40B4-BE49-F238E27FC236}">
                  <a16:creationId xmlns:a16="http://schemas.microsoft.com/office/drawing/2014/main" id="{47C0ED72-00B0-4405-984B-073FE9D7DDC8}"/>
                </a:ext>
              </a:extLst>
            </p:cNvPr>
            <p:cNvSpPr/>
            <p:nvPr/>
          </p:nvSpPr>
          <p:spPr>
            <a:xfrm>
              <a:off x="15137606" y="18190516"/>
              <a:ext cx="14439778" cy="8633157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hteck: diagonal liegende Ecken abgerundet 39">
              <a:extLst>
                <a:ext uri="{FF2B5EF4-FFF2-40B4-BE49-F238E27FC236}">
                  <a16:creationId xmlns:a16="http://schemas.microsoft.com/office/drawing/2014/main" id="{EEF2D359-5A7A-425E-B80C-7AA30C3DC1AB}"/>
                </a:ext>
              </a:extLst>
            </p:cNvPr>
            <p:cNvSpPr/>
            <p:nvPr/>
          </p:nvSpPr>
          <p:spPr>
            <a:xfrm>
              <a:off x="14897038" y="17947480"/>
              <a:ext cx="14920913" cy="9120189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05D8462-48ED-46CE-9672-F380F45730DF}"/>
              </a:ext>
            </a:extLst>
          </p:cNvPr>
          <p:cNvGrpSpPr/>
          <p:nvPr userDrawn="1"/>
        </p:nvGrpSpPr>
        <p:grpSpPr>
          <a:xfrm>
            <a:off x="697822" y="28703682"/>
            <a:ext cx="14686989" cy="9120189"/>
            <a:chOff x="697824" y="28704643"/>
            <a:chExt cx="14920913" cy="9120189"/>
          </a:xfrm>
        </p:grpSpPr>
        <p:sp>
          <p:nvSpPr>
            <p:cNvPr id="42" name="Rechteck: diagonal liegende Ecken abgerundet 41">
              <a:extLst>
                <a:ext uri="{FF2B5EF4-FFF2-40B4-BE49-F238E27FC236}">
                  <a16:creationId xmlns:a16="http://schemas.microsoft.com/office/drawing/2014/main" id="{C86B5DC6-7899-4AF7-8E36-6C8E5BABBE31}"/>
                </a:ext>
              </a:extLst>
            </p:cNvPr>
            <p:cNvSpPr/>
            <p:nvPr/>
          </p:nvSpPr>
          <p:spPr>
            <a:xfrm>
              <a:off x="938392" y="28947679"/>
              <a:ext cx="14439778" cy="8633157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hteck: diagonal liegende Ecken abgerundet 42">
              <a:extLst>
                <a:ext uri="{FF2B5EF4-FFF2-40B4-BE49-F238E27FC236}">
                  <a16:creationId xmlns:a16="http://schemas.microsoft.com/office/drawing/2014/main" id="{D12327B6-5AFA-439B-AD81-10331EA1B08A}"/>
                </a:ext>
              </a:extLst>
            </p:cNvPr>
            <p:cNvSpPr/>
            <p:nvPr/>
          </p:nvSpPr>
          <p:spPr>
            <a:xfrm>
              <a:off x="697824" y="28704643"/>
              <a:ext cx="14920913" cy="9120189"/>
            </a:xfrm>
            <a:prstGeom prst="round2Diag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altLang="de-DE" sz="4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Bildplatzhalter 46">
            <a:extLst>
              <a:ext uri="{FF2B5EF4-FFF2-40B4-BE49-F238E27FC236}">
                <a16:creationId xmlns:a16="http://schemas.microsoft.com/office/drawing/2014/main" id="{41F88678-A717-4F7C-9246-40C3FE5B8D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4515" y="17945896"/>
            <a:ext cx="13114338" cy="91217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0" name="Bildplatzhalter 46">
            <a:extLst>
              <a:ext uri="{FF2B5EF4-FFF2-40B4-BE49-F238E27FC236}">
                <a16:creationId xmlns:a16="http://schemas.microsoft.com/office/drawing/2014/main" id="{C6A43DC5-3A6C-40F7-A068-4F1BDB0BFE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226255" y="28703685"/>
            <a:ext cx="13114338" cy="91217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2" name="Inhaltsplatzhalter 51">
            <a:extLst>
              <a:ext uri="{FF2B5EF4-FFF2-40B4-BE49-F238E27FC236}">
                <a16:creationId xmlns:a16="http://schemas.microsoft.com/office/drawing/2014/main" id="{21F25EF4-3D47-4035-89A4-1059F42D668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35038" y="10296941"/>
            <a:ext cx="28641676" cy="6588362"/>
          </a:xfrm>
          <a:prstGeom prst="rect">
            <a:avLst/>
          </a:prstGeom>
        </p:spPr>
        <p:txBody>
          <a:bodyPr/>
          <a:lstStyle>
            <a:lvl1pPr marL="0" marR="0" indent="0" algn="just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5999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defRPr>
            </a:lvl1pPr>
            <a:lvl2pPr marL="1513676" indent="0">
              <a:buNone/>
              <a:defRPr/>
            </a:lvl2pPr>
            <a:lvl3pPr marL="3027353" indent="0">
              <a:buNone/>
              <a:defRPr/>
            </a:lvl3pPr>
            <a:lvl4pPr marL="4541028" indent="0">
              <a:buNone/>
              <a:defRPr/>
            </a:lvl4pPr>
            <a:lvl5pPr marL="6054706" indent="0">
              <a:buNone/>
              <a:defRPr/>
            </a:lvl5pPr>
          </a:lstStyle>
          <a:p>
            <a:pPr algn="ctr" eaLnBrk="1" hangingPunct="1"/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AT" altLang="de-DE" sz="5999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Aufgabenstellung/Ziele dieser Untersuchungen………. [4-5 Zeilen]</a:t>
            </a:r>
          </a:p>
          <a:p>
            <a:pPr marL="0" marR="0" lvl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AT" altLang="de-DE" sz="5999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 eaLnBrk="1" hangingPunct="1"/>
            <a:endParaRPr lang="de-AT" altLang="de-DE" sz="5999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/>
            <a:endParaRPr lang="de-DE" dirty="0"/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C72D7631-B425-426A-903C-C4D5E7B1F3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2851" y="29290557"/>
            <a:ext cx="11916944" cy="7945485"/>
          </a:xfrm>
          <a:prstGeom prst="rect">
            <a:avLst/>
          </a:prstGeom>
        </p:spPr>
        <p:txBody>
          <a:bodyPr anchor="ctr" anchorCtr="0"/>
          <a:lstStyle>
            <a:lvl1pPr marL="0" indent="0" algn="just">
              <a:buNone/>
              <a:defRPr sz="4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Ergebnisse des praktischen Teils</a:t>
            </a:r>
          </a:p>
          <a:p>
            <a:pPr lvl="0"/>
            <a:endParaRPr lang="de-DE" dirty="0"/>
          </a:p>
        </p:txBody>
      </p:sp>
      <p:sp>
        <p:nvSpPr>
          <p:cNvPr id="59" name="Inhaltsplatzhalter 58">
            <a:extLst>
              <a:ext uri="{FF2B5EF4-FFF2-40B4-BE49-F238E27FC236}">
                <a16:creationId xmlns:a16="http://schemas.microsoft.com/office/drawing/2014/main" id="{9A5A942F-9876-4CD0-8ED7-0E52ACC04B7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3360404" y="8811949"/>
            <a:ext cx="16216313" cy="94952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lang="de-DE" sz="5000" kern="1200" dirty="0" smtClean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Vorname Nachname, Vorname Nachname</a:t>
            </a:r>
          </a:p>
        </p:txBody>
      </p:sp>
      <p:sp>
        <p:nvSpPr>
          <p:cNvPr id="60" name="Textplatzhalter 55">
            <a:extLst>
              <a:ext uri="{FF2B5EF4-FFF2-40B4-BE49-F238E27FC236}">
                <a16:creationId xmlns:a16="http://schemas.microsoft.com/office/drawing/2014/main" id="{AF272AA7-19EB-421C-A0D1-F8A5285DCB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278744" y="18521319"/>
            <a:ext cx="11916944" cy="7945485"/>
          </a:xfrm>
          <a:prstGeom prst="rect">
            <a:avLst/>
          </a:prstGeom>
        </p:spPr>
        <p:txBody>
          <a:bodyPr anchor="ctr" anchorCtr="0"/>
          <a:lstStyle>
            <a:lvl1pPr marL="0" indent="0" algn="just">
              <a:buNone/>
              <a:defRPr sz="4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Ergebnisse des theoretischen Teils</a:t>
            </a:r>
          </a:p>
        </p:txBody>
      </p:sp>
      <p:sp>
        <p:nvSpPr>
          <p:cNvPr id="64" name="Inhaltsplatzhalter 58">
            <a:extLst>
              <a:ext uri="{FF2B5EF4-FFF2-40B4-BE49-F238E27FC236}">
                <a16:creationId xmlns:a16="http://schemas.microsoft.com/office/drawing/2014/main" id="{3AE8EB11-64EE-4AF2-BBE3-9141CAD70C3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3759206"/>
            <a:ext cx="30275213" cy="4941686"/>
          </a:xfrm>
          <a:prstGeom prst="rect">
            <a:avLst/>
          </a:prstGeom>
        </p:spPr>
        <p:txBody>
          <a:bodyPr anchor="ctr" anchorCtr="1"/>
          <a:lstStyle>
            <a:lvl1pPr marL="0" marR="0" indent="0" algn="ctr" defTabSz="3027353" rtl="0" eaLnBrk="1" fontAlgn="auto" latinLnBrk="0" hangingPunct="1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de-DE" sz="14499" b="0" kern="1200" dirty="0" smtClean="0">
                <a:solidFill>
                  <a:schemeClr val="bg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Titel der Diplomarbeit</a:t>
            </a:r>
          </a:p>
        </p:txBody>
      </p:sp>
    </p:spTree>
    <p:extLst>
      <p:ext uri="{BB962C8B-B14F-4D97-AF65-F5344CB8AC3E}">
        <p14:creationId xmlns:p14="http://schemas.microsoft.com/office/powerpoint/2010/main" val="325619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reenshot, Licht, Kunst enthält.&#10;&#10;KI-generierte Inhalte können fehlerhaft sein.">
            <a:extLst>
              <a:ext uri="{FF2B5EF4-FFF2-40B4-BE49-F238E27FC236}">
                <a16:creationId xmlns:a16="http://schemas.microsoft.com/office/drawing/2014/main" id="{E0F9787C-1A2E-4283-A459-2536525663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7" t="26975" r="56824" b="48008"/>
          <a:stretch/>
        </p:blipFill>
        <p:spPr>
          <a:xfrm>
            <a:off x="10406" y="32918405"/>
            <a:ext cx="30264807" cy="98853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8C299C8-84B4-4574-8DA7-AF391AF7B9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7831" y="966902"/>
            <a:ext cx="10408322" cy="147144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40EFB26-E1CD-485E-9F6F-32A3699158A8}"/>
              </a:ext>
            </a:extLst>
          </p:cNvPr>
          <p:cNvSpPr txBox="1"/>
          <p:nvPr userDrawn="1"/>
        </p:nvSpPr>
        <p:spPr>
          <a:xfrm>
            <a:off x="17601386" y="8660925"/>
            <a:ext cx="119759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50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Vorname Nachname, Vorname Nachname</a:t>
            </a:r>
            <a:endParaRPr lang="de-DE" sz="50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871173B-247D-4A78-AE3C-2D3C7D726690}"/>
              </a:ext>
            </a:extLst>
          </p:cNvPr>
          <p:cNvSpPr txBox="1"/>
          <p:nvPr userDrawn="1"/>
        </p:nvSpPr>
        <p:spPr>
          <a:xfrm>
            <a:off x="12563507" y="40601727"/>
            <a:ext cx="6537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www.</a:t>
            </a:r>
            <a:r>
              <a:rPr lang="de-DE" sz="4800" b="1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htl-leoben</a:t>
            </a:r>
            <a:r>
              <a:rPr lang="de-DE" sz="4400" b="1" dirty="0"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.at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AA4AA32-A2EF-4736-9330-E0056207BF4C}"/>
              </a:ext>
            </a:extLst>
          </p:cNvPr>
          <p:cNvSpPr/>
          <p:nvPr userDrawn="1"/>
        </p:nvSpPr>
        <p:spPr>
          <a:xfrm>
            <a:off x="10406" y="3281907"/>
            <a:ext cx="30264807" cy="6439611"/>
          </a:xfrm>
          <a:prstGeom prst="rect">
            <a:avLst/>
          </a:prstGeom>
          <a:solidFill>
            <a:srgbClr val="0963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80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76BD9D-937B-4A90-A0D5-3B4747F09296}"/>
              </a:ext>
            </a:extLst>
          </p:cNvPr>
          <p:cNvSpPr txBox="1"/>
          <p:nvPr userDrawn="1"/>
        </p:nvSpPr>
        <p:spPr>
          <a:xfrm>
            <a:off x="12563507" y="1028125"/>
            <a:ext cx="94060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600" b="1" dirty="0">
                <a:solidFill>
                  <a:srgbClr val="98989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Diplomarbeit</a:t>
            </a:r>
            <a:endParaRPr lang="de-AT" sz="2000" b="1" dirty="0">
              <a:solidFill>
                <a:srgbClr val="98989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42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302735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38" indent="-756838" algn="l" defTabSz="302735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514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191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867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544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220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8897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2573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250" indent="-756838" algn="l" defTabSz="302735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676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353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028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706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382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059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5734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411" algn="l" defTabSz="3027353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B8BAC069-0ADE-4BF8-89E6-B43EBAE6E3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34EA29B8-90F0-481F-8CF5-29471DBFA7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A4EF6EE1-85F4-4361-A154-ADF2A3E54C8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7444110-CEBC-4B6D-9CB5-8D8E1B92AC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5F7D7315-AD8D-4AF7-B4FF-03AAF29A281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E37BBE8-89EC-4B5A-B02A-ED96003213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F1F15DDC-A75D-44C4-8E9B-7D57B7E1D708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AutoShape 2" descr="Ein Bild, das Screenshot, Text, Software, Multimedia-Software enthält.&#10;&#10;Automatisch generierte Beschreibung">
            <a:extLst>
              <a:ext uri="{FF2B5EF4-FFF2-40B4-BE49-F238E27FC236}">
                <a16:creationId xmlns:a16="http://schemas.microsoft.com/office/drawing/2014/main" id="{BB2023B5-BF21-437B-B445-24D570C443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84413" y="212486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3159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CB4D94694C6C4497074175C0CB9EC7" ma:contentTypeVersion="9" ma:contentTypeDescription="Create a new document." ma:contentTypeScope="" ma:versionID="978871d5ecab1c5bc96bae753ca5201c">
  <xsd:schema xmlns:xsd="http://www.w3.org/2001/XMLSchema" xmlns:xs="http://www.w3.org/2001/XMLSchema" xmlns:p="http://schemas.microsoft.com/office/2006/metadata/properties" xmlns:ns2="95073dbd-529e-4168-8b89-5095f680e838" targetNamespace="http://schemas.microsoft.com/office/2006/metadata/properties" ma:root="true" ma:fieldsID="683fdc4ed8203e5744d34fe0db2929ab" ns2:_="">
    <xsd:import namespace="95073dbd-529e-4168-8b89-5095f680e8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073dbd-529e-4168-8b89-5095f680e8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8603C9-7727-411E-BD6C-694A8ED01DE9}"/>
</file>

<file path=customXml/itemProps2.xml><?xml version="1.0" encoding="utf-8"?>
<ds:datastoreItem xmlns:ds="http://schemas.openxmlformats.org/officeDocument/2006/customXml" ds:itemID="{33CC1DD1-960A-4156-AAD2-FBE002C9E09E}"/>
</file>

<file path=customXml/itemProps3.xml><?xml version="1.0" encoding="utf-8"?>
<ds:datastoreItem xmlns:ds="http://schemas.openxmlformats.org/officeDocument/2006/customXml" ds:itemID="{3B2E5DC6-0500-44EE-AED5-81508B4384E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Benutzerdefiniert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Lato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Diplomarbeit Titel der Diplomarbeit</dc:title>
  <dc:creator>alexandra.gmundtner@htl-leoben.at</dc:creator>
  <cp:lastModifiedBy>Alexandra Gmundtner</cp:lastModifiedBy>
  <cp:revision>32</cp:revision>
  <dcterms:created xsi:type="dcterms:W3CDTF">2025-03-27T07:28:30Z</dcterms:created>
  <dcterms:modified xsi:type="dcterms:W3CDTF">2025-04-04T09:02:57Z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0x01010034CB4D94694C6C4497074175C0CB9EC7</vt:lpwstr>
  </property>
</Properties>
</file>