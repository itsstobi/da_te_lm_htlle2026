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handoutMasterIdLst>
    <p:handoutMasterId r:id="rId7"/>
  </p:handoutMasterIdLst>
  <p:sldIdLst>
    <p:sldId id="259" r:id="rId5"/>
  </p:sldIdLst>
  <p:sldSz cx="30275213" cy="42803763"/>
  <p:notesSz cx="6858000" cy="9144000"/>
  <p:defaultTextStyle>
    <a:defPPr>
      <a:defRPr lang="en-US"/>
    </a:defPPr>
    <a:lvl1pPr marL="0" algn="l" defTabSz="457016" rtl="0" eaLnBrk="1" latinLnBrk="0" hangingPunct="1">
      <a:defRPr sz="1798" kern="1200">
        <a:solidFill>
          <a:schemeClr val="tx1"/>
        </a:solidFill>
        <a:latin typeface="+mn-lt"/>
        <a:ea typeface="+mn-ea"/>
        <a:cs typeface="+mn-cs"/>
      </a:defRPr>
    </a:lvl1pPr>
    <a:lvl2pPr marL="457016" algn="l" defTabSz="457016" rtl="0" eaLnBrk="1" latinLnBrk="0" hangingPunct="1">
      <a:defRPr sz="1798" kern="1200">
        <a:solidFill>
          <a:schemeClr val="tx1"/>
        </a:solidFill>
        <a:latin typeface="+mn-lt"/>
        <a:ea typeface="+mn-ea"/>
        <a:cs typeface="+mn-cs"/>
      </a:defRPr>
    </a:lvl2pPr>
    <a:lvl3pPr marL="914032" algn="l" defTabSz="457016" rtl="0" eaLnBrk="1" latinLnBrk="0" hangingPunct="1">
      <a:defRPr sz="1798" kern="1200">
        <a:solidFill>
          <a:schemeClr val="tx1"/>
        </a:solidFill>
        <a:latin typeface="+mn-lt"/>
        <a:ea typeface="+mn-ea"/>
        <a:cs typeface="+mn-cs"/>
      </a:defRPr>
    </a:lvl3pPr>
    <a:lvl4pPr marL="1371054" algn="l" defTabSz="457016" rtl="0" eaLnBrk="1" latinLnBrk="0" hangingPunct="1">
      <a:defRPr sz="1798" kern="1200">
        <a:solidFill>
          <a:schemeClr val="tx1"/>
        </a:solidFill>
        <a:latin typeface="+mn-lt"/>
        <a:ea typeface="+mn-ea"/>
        <a:cs typeface="+mn-cs"/>
      </a:defRPr>
    </a:lvl4pPr>
    <a:lvl5pPr marL="1828070" algn="l" defTabSz="457016" rtl="0" eaLnBrk="1" latinLnBrk="0" hangingPunct="1">
      <a:defRPr sz="1798" kern="1200">
        <a:solidFill>
          <a:schemeClr val="tx1"/>
        </a:solidFill>
        <a:latin typeface="+mn-lt"/>
        <a:ea typeface="+mn-ea"/>
        <a:cs typeface="+mn-cs"/>
      </a:defRPr>
    </a:lvl5pPr>
    <a:lvl6pPr marL="2285086" algn="l" defTabSz="457016" rtl="0" eaLnBrk="1" latinLnBrk="0" hangingPunct="1">
      <a:defRPr sz="1798" kern="1200">
        <a:solidFill>
          <a:schemeClr val="tx1"/>
        </a:solidFill>
        <a:latin typeface="+mn-lt"/>
        <a:ea typeface="+mn-ea"/>
        <a:cs typeface="+mn-cs"/>
      </a:defRPr>
    </a:lvl6pPr>
    <a:lvl7pPr marL="2742102" algn="l" defTabSz="457016" rtl="0" eaLnBrk="1" latinLnBrk="0" hangingPunct="1">
      <a:defRPr sz="1798" kern="1200">
        <a:solidFill>
          <a:schemeClr val="tx1"/>
        </a:solidFill>
        <a:latin typeface="+mn-lt"/>
        <a:ea typeface="+mn-ea"/>
        <a:cs typeface="+mn-cs"/>
      </a:defRPr>
    </a:lvl7pPr>
    <a:lvl8pPr marL="3199118" algn="l" defTabSz="457016" rtl="0" eaLnBrk="1" latinLnBrk="0" hangingPunct="1">
      <a:defRPr sz="1798" kern="1200">
        <a:solidFill>
          <a:schemeClr val="tx1"/>
        </a:solidFill>
        <a:latin typeface="+mn-lt"/>
        <a:ea typeface="+mn-ea"/>
        <a:cs typeface="+mn-cs"/>
      </a:defRPr>
    </a:lvl8pPr>
    <a:lvl9pPr marL="3656139" algn="l" defTabSz="457016" rtl="0" eaLnBrk="1" latinLnBrk="0" hangingPunct="1">
      <a:defRPr sz="179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53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9898"/>
    <a:srgbClr val="096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94660"/>
  </p:normalViewPr>
  <p:slideViewPr>
    <p:cSldViewPr snapToGrid="0">
      <p:cViewPr varScale="1">
        <p:scale>
          <a:sx n="12" d="100"/>
          <a:sy n="12" d="100"/>
        </p:scale>
        <p:origin x="2693" y="91"/>
      </p:cViewPr>
      <p:guideLst>
        <p:guide orient="horz" pos="13482"/>
        <p:guide pos="9536"/>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36860D6F-7C7F-4A87-95B5-310BB48E55F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30E34C3C-BB88-4490-8CE5-BEA38FC8F4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747906-58F8-41D5-91B4-3B180173CB0D}" type="datetimeFigureOut">
              <a:rPr lang="de-DE" smtClean="0"/>
              <a:t>27.02.2026</a:t>
            </a:fld>
            <a:endParaRPr lang="de-DE"/>
          </a:p>
        </p:txBody>
      </p:sp>
      <p:sp>
        <p:nvSpPr>
          <p:cNvPr id="4" name="Fußzeilenplatzhalter 3">
            <a:extLst>
              <a:ext uri="{FF2B5EF4-FFF2-40B4-BE49-F238E27FC236}">
                <a16:creationId xmlns:a16="http://schemas.microsoft.com/office/drawing/2014/main" id="{57C80E89-9A27-4820-B8EA-011B64690D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6C970821-FD7C-4F4B-9E75-E8AD3ADF177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754FB7-C9EE-4F62-858D-52A86BC716B3}" type="slidenum">
              <a:rPr lang="de-DE" smtClean="0"/>
              <a:t>‹Nr.›</a:t>
            </a:fld>
            <a:endParaRPr lang="de-DE"/>
          </a:p>
        </p:txBody>
      </p:sp>
    </p:spTree>
    <p:extLst>
      <p:ext uri="{BB962C8B-B14F-4D97-AF65-F5344CB8AC3E}">
        <p14:creationId xmlns:p14="http://schemas.microsoft.com/office/powerpoint/2010/main" val="37002609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145E3C-60A8-4CC3-BBE9-1D0B1ECC86AD}" type="datetimeFigureOut">
              <a:rPr lang="de-DE" smtClean="0"/>
              <a:t>27.02.2026</a:t>
            </a:fld>
            <a:endParaRPr lang="de-DE"/>
          </a:p>
        </p:txBody>
      </p:sp>
      <p:sp>
        <p:nvSpPr>
          <p:cNvPr id="4" name="Folienbildplatzhalt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F7D231-F223-4FAC-A174-623756215BDC}" type="slidenum">
              <a:rPr lang="de-DE" smtClean="0"/>
              <a:t>‹Nr.›</a:t>
            </a:fld>
            <a:endParaRPr lang="de-DE"/>
          </a:p>
        </p:txBody>
      </p:sp>
    </p:spTree>
    <p:extLst>
      <p:ext uri="{BB962C8B-B14F-4D97-AF65-F5344CB8AC3E}">
        <p14:creationId xmlns:p14="http://schemas.microsoft.com/office/powerpoint/2010/main" val="1532954363"/>
      </p:ext>
    </p:extLst>
  </p:cSld>
  <p:clrMap bg1="lt1" tx1="dk1" bg2="lt2" tx2="dk2" accent1="accent1" accent2="accent2" accent3="accent3" accent4="accent4" accent5="accent5" accent6="accent6" hlink="hlink" folHlink="folHlink"/>
  <p:notesStyle>
    <a:lvl1pPr marL="0" algn="l" defTabSz="3506328" rtl="0" eaLnBrk="1" latinLnBrk="0" hangingPunct="1">
      <a:defRPr sz="4603" kern="1200">
        <a:solidFill>
          <a:schemeClr val="tx1"/>
        </a:solidFill>
        <a:latin typeface="+mn-lt"/>
        <a:ea typeface="+mn-ea"/>
        <a:cs typeface="+mn-cs"/>
      </a:defRPr>
    </a:lvl1pPr>
    <a:lvl2pPr marL="1753164" algn="l" defTabSz="3506328" rtl="0" eaLnBrk="1" latinLnBrk="0" hangingPunct="1">
      <a:defRPr sz="4603" kern="1200">
        <a:solidFill>
          <a:schemeClr val="tx1"/>
        </a:solidFill>
        <a:latin typeface="+mn-lt"/>
        <a:ea typeface="+mn-ea"/>
        <a:cs typeface="+mn-cs"/>
      </a:defRPr>
    </a:lvl2pPr>
    <a:lvl3pPr marL="3506328" algn="l" defTabSz="3506328" rtl="0" eaLnBrk="1" latinLnBrk="0" hangingPunct="1">
      <a:defRPr sz="4603" kern="1200">
        <a:solidFill>
          <a:schemeClr val="tx1"/>
        </a:solidFill>
        <a:latin typeface="+mn-lt"/>
        <a:ea typeface="+mn-ea"/>
        <a:cs typeface="+mn-cs"/>
      </a:defRPr>
    </a:lvl3pPr>
    <a:lvl4pPr marL="5259492" algn="l" defTabSz="3506328" rtl="0" eaLnBrk="1" latinLnBrk="0" hangingPunct="1">
      <a:defRPr sz="4603" kern="1200">
        <a:solidFill>
          <a:schemeClr val="tx1"/>
        </a:solidFill>
        <a:latin typeface="+mn-lt"/>
        <a:ea typeface="+mn-ea"/>
        <a:cs typeface="+mn-cs"/>
      </a:defRPr>
    </a:lvl4pPr>
    <a:lvl5pPr marL="7012656" algn="l" defTabSz="3506328" rtl="0" eaLnBrk="1" latinLnBrk="0" hangingPunct="1">
      <a:defRPr sz="4603" kern="1200">
        <a:solidFill>
          <a:schemeClr val="tx1"/>
        </a:solidFill>
        <a:latin typeface="+mn-lt"/>
        <a:ea typeface="+mn-ea"/>
        <a:cs typeface="+mn-cs"/>
      </a:defRPr>
    </a:lvl5pPr>
    <a:lvl6pPr marL="8765820" algn="l" defTabSz="3506328" rtl="0" eaLnBrk="1" latinLnBrk="0" hangingPunct="1">
      <a:defRPr sz="4603" kern="1200">
        <a:solidFill>
          <a:schemeClr val="tx1"/>
        </a:solidFill>
        <a:latin typeface="+mn-lt"/>
        <a:ea typeface="+mn-ea"/>
        <a:cs typeface="+mn-cs"/>
      </a:defRPr>
    </a:lvl6pPr>
    <a:lvl7pPr marL="10518978" algn="l" defTabSz="3506328" rtl="0" eaLnBrk="1" latinLnBrk="0" hangingPunct="1">
      <a:defRPr sz="4603" kern="1200">
        <a:solidFill>
          <a:schemeClr val="tx1"/>
        </a:solidFill>
        <a:latin typeface="+mn-lt"/>
        <a:ea typeface="+mn-ea"/>
        <a:cs typeface="+mn-cs"/>
      </a:defRPr>
    </a:lvl7pPr>
    <a:lvl8pPr marL="12272142" algn="l" defTabSz="3506328" rtl="0" eaLnBrk="1" latinLnBrk="0" hangingPunct="1">
      <a:defRPr sz="4603" kern="1200">
        <a:solidFill>
          <a:schemeClr val="tx1"/>
        </a:solidFill>
        <a:latin typeface="+mn-lt"/>
        <a:ea typeface="+mn-ea"/>
        <a:cs typeface="+mn-cs"/>
      </a:defRPr>
    </a:lvl8pPr>
    <a:lvl9pPr marL="14025306" algn="l" defTabSz="3506328" rtl="0" eaLnBrk="1" latinLnBrk="0" hangingPunct="1">
      <a:defRPr sz="4603"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grpSp>
        <p:nvGrpSpPr>
          <p:cNvPr id="38" name="Gruppieren 37">
            <a:extLst>
              <a:ext uri="{FF2B5EF4-FFF2-40B4-BE49-F238E27FC236}">
                <a16:creationId xmlns:a16="http://schemas.microsoft.com/office/drawing/2014/main" id="{FE4430B5-36E2-44F2-B0BC-CC169F0651ED}"/>
              </a:ext>
            </a:extLst>
          </p:cNvPr>
          <p:cNvGrpSpPr/>
          <p:nvPr userDrawn="1"/>
        </p:nvGrpSpPr>
        <p:grpSpPr>
          <a:xfrm>
            <a:off x="15137606" y="17947481"/>
            <a:ext cx="14439782" cy="9120189"/>
            <a:chOff x="14897038" y="17947480"/>
            <a:chExt cx="14920913" cy="9120189"/>
          </a:xfrm>
        </p:grpSpPr>
        <p:sp>
          <p:nvSpPr>
            <p:cNvPr id="39" name="Rechteck: diagonal liegende Ecken abgerundet 38">
              <a:extLst>
                <a:ext uri="{FF2B5EF4-FFF2-40B4-BE49-F238E27FC236}">
                  <a16:creationId xmlns:a16="http://schemas.microsoft.com/office/drawing/2014/main" id="{47C0ED72-00B0-4405-984B-073FE9D7DDC8}"/>
                </a:ext>
              </a:extLst>
            </p:cNvPr>
            <p:cNvSpPr/>
            <p:nvPr/>
          </p:nvSpPr>
          <p:spPr>
            <a:xfrm>
              <a:off x="15137606" y="18190516"/>
              <a:ext cx="14439778" cy="8633157"/>
            </a:xfrm>
            <a:prstGeom prst="round2DiagRect">
              <a:avLst/>
            </a:prstGeom>
            <a:noFill/>
            <a:ln w="762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ltLang="de-DE" sz="4400" b="1" dirty="0">
                <a:solidFill>
                  <a:srgbClr val="000000"/>
                </a:solidFill>
                <a:latin typeface="Arial" panose="020B0604020202020204" pitchFamily="34" charset="0"/>
                <a:cs typeface="Arial" panose="020B0604020202020204" pitchFamily="34" charset="0"/>
              </a:endParaRPr>
            </a:p>
          </p:txBody>
        </p:sp>
        <p:sp>
          <p:nvSpPr>
            <p:cNvPr id="40" name="Rechteck: diagonal liegende Ecken abgerundet 39">
              <a:extLst>
                <a:ext uri="{FF2B5EF4-FFF2-40B4-BE49-F238E27FC236}">
                  <a16:creationId xmlns:a16="http://schemas.microsoft.com/office/drawing/2014/main" id="{EEF2D359-5A7A-425E-B80C-7AA30C3DC1AB}"/>
                </a:ext>
              </a:extLst>
            </p:cNvPr>
            <p:cNvSpPr/>
            <p:nvPr/>
          </p:nvSpPr>
          <p:spPr>
            <a:xfrm>
              <a:off x="14897038" y="17947480"/>
              <a:ext cx="14920913" cy="9120189"/>
            </a:xfrm>
            <a:prstGeom prst="round2DiagRect">
              <a:avLst/>
            </a:prstGeom>
            <a:noFill/>
            <a:ln w="762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ltLang="de-DE" sz="4400" b="1" dirty="0">
                <a:solidFill>
                  <a:srgbClr val="000000"/>
                </a:solidFill>
                <a:latin typeface="Arial" panose="020B0604020202020204" pitchFamily="34" charset="0"/>
                <a:cs typeface="Arial" panose="020B0604020202020204" pitchFamily="34" charset="0"/>
              </a:endParaRPr>
            </a:p>
          </p:txBody>
        </p:sp>
      </p:grpSp>
      <p:grpSp>
        <p:nvGrpSpPr>
          <p:cNvPr id="41" name="Gruppieren 40">
            <a:extLst>
              <a:ext uri="{FF2B5EF4-FFF2-40B4-BE49-F238E27FC236}">
                <a16:creationId xmlns:a16="http://schemas.microsoft.com/office/drawing/2014/main" id="{305D8462-48ED-46CE-9672-F380F45730DF}"/>
              </a:ext>
            </a:extLst>
          </p:cNvPr>
          <p:cNvGrpSpPr/>
          <p:nvPr userDrawn="1"/>
        </p:nvGrpSpPr>
        <p:grpSpPr>
          <a:xfrm>
            <a:off x="697822" y="28703682"/>
            <a:ext cx="14686989" cy="9120189"/>
            <a:chOff x="697824" y="28704643"/>
            <a:chExt cx="14920913" cy="9120189"/>
          </a:xfrm>
        </p:grpSpPr>
        <p:sp>
          <p:nvSpPr>
            <p:cNvPr id="42" name="Rechteck: diagonal liegende Ecken abgerundet 41">
              <a:extLst>
                <a:ext uri="{FF2B5EF4-FFF2-40B4-BE49-F238E27FC236}">
                  <a16:creationId xmlns:a16="http://schemas.microsoft.com/office/drawing/2014/main" id="{C86B5DC6-7899-4AF7-8E36-6C8E5BABBE31}"/>
                </a:ext>
              </a:extLst>
            </p:cNvPr>
            <p:cNvSpPr/>
            <p:nvPr/>
          </p:nvSpPr>
          <p:spPr>
            <a:xfrm>
              <a:off x="938392" y="28947679"/>
              <a:ext cx="14439778" cy="8633157"/>
            </a:xfrm>
            <a:prstGeom prst="round2DiagRect">
              <a:avLst/>
            </a:prstGeom>
            <a:noFill/>
            <a:ln w="762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ltLang="de-DE" sz="4400" b="1" dirty="0">
                <a:solidFill>
                  <a:srgbClr val="000000"/>
                </a:solidFill>
                <a:latin typeface="Arial" panose="020B0604020202020204" pitchFamily="34" charset="0"/>
                <a:cs typeface="Arial" panose="020B0604020202020204" pitchFamily="34" charset="0"/>
              </a:endParaRPr>
            </a:p>
          </p:txBody>
        </p:sp>
        <p:sp>
          <p:nvSpPr>
            <p:cNvPr id="43" name="Rechteck: diagonal liegende Ecken abgerundet 42">
              <a:extLst>
                <a:ext uri="{FF2B5EF4-FFF2-40B4-BE49-F238E27FC236}">
                  <a16:creationId xmlns:a16="http://schemas.microsoft.com/office/drawing/2014/main" id="{D12327B6-5AFA-439B-AD81-10331EA1B08A}"/>
                </a:ext>
              </a:extLst>
            </p:cNvPr>
            <p:cNvSpPr/>
            <p:nvPr/>
          </p:nvSpPr>
          <p:spPr>
            <a:xfrm>
              <a:off x="697824" y="28704643"/>
              <a:ext cx="14920913" cy="9120189"/>
            </a:xfrm>
            <a:prstGeom prst="round2DiagRect">
              <a:avLst/>
            </a:prstGeom>
            <a:noFill/>
            <a:ln w="76200"/>
          </p:spPr>
          <p:style>
            <a:lnRef idx="2">
              <a:schemeClr val="accent1"/>
            </a:lnRef>
            <a:fillRef idx="1">
              <a:schemeClr val="lt1"/>
            </a:fillRef>
            <a:effectRef idx="0">
              <a:schemeClr val="accent1"/>
            </a:effectRef>
            <a:fontRef idx="minor">
              <a:schemeClr val="dk1"/>
            </a:fontRef>
          </p:style>
          <p:txBody>
            <a:bodyPr rtlCol="0" anchor="ctr"/>
            <a:lstStyle/>
            <a:p>
              <a:pPr algn="ctr"/>
              <a:endParaRPr lang="en-GB" altLang="de-DE" sz="4400" b="1" dirty="0">
                <a:solidFill>
                  <a:srgbClr val="000000"/>
                </a:solidFill>
                <a:latin typeface="Arial" panose="020B0604020202020204" pitchFamily="34" charset="0"/>
                <a:cs typeface="Arial" panose="020B0604020202020204" pitchFamily="34" charset="0"/>
              </a:endParaRPr>
            </a:p>
          </p:txBody>
        </p:sp>
      </p:grpSp>
      <p:sp>
        <p:nvSpPr>
          <p:cNvPr id="47" name="Bildplatzhalter 46">
            <a:extLst>
              <a:ext uri="{FF2B5EF4-FFF2-40B4-BE49-F238E27FC236}">
                <a16:creationId xmlns:a16="http://schemas.microsoft.com/office/drawing/2014/main" id="{41F88678-A717-4F7C-9246-40C3FE5B8D83}"/>
              </a:ext>
            </a:extLst>
          </p:cNvPr>
          <p:cNvSpPr>
            <a:spLocks noGrp="1"/>
          </p:cNvSpPr>
          <p:nvPr>
            <p:ph type="pic" sz="quarter" idx="10"/>
          </p:nvPr>
        </p:nvSpPr>
        <p:spPr>
          <a:xfrm>
            <a:off x="934515" y="17945896"/>
            <a:ext cx="13114338" cy="9121774"/>
          </a:xfrm>
          <a:prstGeom prst="rect">
            <a:avLst/>
          </a:prstGeom>
        </p:spPr>
        <p:txBody>
          <a:bodyPr/>
          <a:lstStyle>
            <a:lvl1pPr>
              <a:defRPr>
                <a:latin typeface="Arial" panose="020B0604020202020204" pitchFamily="34" charset="0"/>
                <a:cs typeface="Arial" panose="020B0604020202020204" pitchFamily="34" charset="0"/>
              </a:defRPr>
            </a:lvl1pPr>
          </a:lstStyle>
          <a:p>
            <a:endParaRPr lang="de-DE"/>
          </a:p>
        </p:txBody>
      </p:sp>
      <p:sp>
        <p:nvSpPr>
          <p:cNvPr id="50" name="Bildplatzhalter 46">
            <a:extLst>
              <a:ext uri="{FF2B5EF4-FFF2-40B4-BE49-F238E27FC236}">
                <a16:creationId xmlns:a16="http://schemas.microsoft.com/office/drawing/2014/main" id="{C6A43DC5-3A6C-40F7-A068-4F1BDB0BFEA1}"/>
              </a:ext>
            </a:extLst>
          </p:cNvPr>
          <p:cNvSpPr>
            <a:spLocks noGrp="1"/>
          </p:cNvSpPr>
          <p:nvPr>
            <p:ph type="pic" sz="quarter" idx="11"/>
          </p:nvPr>
        </p:nvSpPr>
        <p:spPr>
          <a:xfrm>
            <a:off x="16226255" y="28703685"/>
            <a:ext cx="13114338" cy="9121774"/>
          </a:xfrm>
          <a:prstGeom prst="rect">
            <a:avLst/>
          </a:prstGeom>
        </p:spPr>
        <p:txBody>
          <a:bodyPr/>
          <a:lstStyle>
            <a:lvl1pPr>
              <a:defRPr>
                <a:latin typeface="Arial" panose="020B0604020202020204" pitchFamily="34" charset="0"/>
                <a:cs typeface="Arial" panose="020B0604020202020204" pitchFamily="34" charset="0"/>
              </a:defRPr>
            </a:lvl1pPr>
          </a:lstStyle>
          <a:p>
            <a:endParaRPr lang="de-DE"/>
          </a:p>
        </p:txBody>
      </p:sp>
      <p:sp>
        <p:nvSpPr>
          <p:cNvPr id="52" name="Inhaltsplatzhalter 51">
            <a:extLst>
              <a:ext uri="{FF2B5EF4-FFF2-40B4-BE49-F238E27FC236}">
                <a16:creationId xmlns:a16="http://schemas.microsoft.com/office/drawing/2014/main" id="{21F25EF4-3D47-4035-89A4-1059F42D6684}"/>
              </a:ext>
            </a:extLst>
          </p:cNvPr>
          <p:cNvSpPr>
            <a:spLocks noGrp="1"/>
          </p:cNvSpPr>
          <p:nvPr>
            <p:ph sz="quarter" idx="12" hasCustomPrompt="1"/>
          </p:nvPr>
        </p:nvSpPr>
        <p:spPr>
          <a:xfrm>
            <a:off x="935038" y="10296941"/>
            <a:ext cx="28641676" cy="6588362"/>
          </a:xfrm>
          <a:prstGeom prst="rect">
            <a:avLst/>
          </a:prstGeom>
        </p:spPr>
        <p:txBody>
          <a:bodyPr/>
          <a:lstStyle>
            <a:lvl1pPr marL="0" marR="0" indent="0" algn="just" defTabSz="3027353" rtl="0" eaLnBrk="1" fontAlgn="auto" latinLnBrk="0" hangingPunct="1">
              <a:lnSpc>
                <a:spcPct val="90000"/>
              </a:lnSpc>
              <a:spcBef>
                <a:spcPts val="3311"/>
              </a:spcBef>
              <a:spcAft>
                <a:spcPts val="0"/>
              </a:spcAft>
              <a:buClrTx/>
              <a:buSzTx/>
              <a:buFont typeface="Arial" panose="020B0604020202020204" pitchFamily="34" charset="0"/>
              <a:buNone/>
              <a:tabLst/>
              <a:defRPr lang="de-DE" sz="5999" b="1" kern="1200" dirty="0" smtClean="0">
                <a:solidFill>
                  <a:schemeClr val="tx1"/>
                </a:solidFill>
                <a:latin typeface="Arial" panose="020B0604020202020204" pitchFamily="34" charset="0"/>
                <a:ea typeface="Lato" panose="020F0502020204030203" pitchFamily="34" charset="0"/>
                <a:cs typeface="Arial" panose="020B0604020202020204" pitchFamily="34" charset="0"/>
              </a:defRPr>
            </a:lvl1pPr>
            <a:lvl2pPr marL="1513676" indent="0">
              <a:buNone/>
              <a:defRPr/>
            </a:lvl2pPr>
            <a:lvl3pPr marL="3027353" indent="0">
              <a:buNone/>
              <a:defRPr/>
            </a:lvl3pPr>
            <a:lvl4pPr marL="4541028" indent="0">
              <a:buNone/>
              <a:defRPr/>
            </a:lvl4pPr>
            <a:lvl5pPr marL="6054706" indent="0">
              <a:buNone/>
              <a:defRPr/>
            </a:lvl5pPr>
          </a:lstStyle>
          <a:p>
            <a:pPr algn="ctr" eaLnBrk="1" hangingPunct="1"/>
            <a:r>
              <a:rPr lang="de-AT" altLang="de-DE" sz="5999" b="1" dirty="0">
                <a:latin typeface="Lato" panose="020F0502020204030203" pitchFamily="34" charset="0"/>
                <a:ea typeface="Lato" panose="020F0502020204030203" pitchFamily="34" charset="0"/>
                <a:cs typeface="Lato" panose="020F0502020204030203" pitchFamily="34" charset="0"/>
              </a:rPr>
              <a:t>Aufgabenstellung/Ziele dieser Untersuchungen………. [4-5 Zeilen]</a:t>
            </a:r>
          </a:p>
          <a:p>
            <a:pPr marL="0" marR="0" lvl="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a:pPr>
            <a:r>
              <a:rPr lang="de-AT" altLang="de-DE" sz="5999" b="1" dirty="0">
                <a:latin typeface="Lato" panose="020F0502020204030203" pitchFamily="34" charset="0"/>
                <a:ea typeface="Lato" panose="020F0502020204030203" pitchFamily="34" charset="0"/>
                <a:cs typeface="Lato" panose="020F0502020204030203" pitchFamily="34" charset="0"/>
              </a:rPr>
              <a:t>Aufgabenstellung/Ziele dieser Untersuchungen………. [4-5 Zeilen]</a:t>
            </a:r>
          </a:p>
          <a:p>
            <a:pPr marL="0" marR="0" lvl="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a:pPr>
            <a:r>
              <a:rPr lang="de-AT" altLang="de-DE" sz="5999" b="1" dirty="0">
                <a:latin typeface="Lato" panose="020F0502020204030203" pitchFamily="34" charset="0"/>
                <a:ea typeface="Lato" panose="020F0502020204030203" pitchFamily="34" charset="0"/>
                <a:cs typeface="Lato" panose="020F0502020204030203" pitchFamily="34" charset="0"/>
              </a:rPr>
              <a:t>Aufgabenstellung/Ziele dieser Untersuchungen………. [4-5 Zeilen]</a:t>
            </a:r>
          </a:p>
          <a:p>
            <a:pPr marL="0" marR="0" lvl="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a:pPr>
            <a:r>
              <a:rPr lang="de-AT" altLang="de-DE" sz="5999" b="1" dirty="0">
                <a:latin typeface="Lato" panose="020F0502020204030203" pitchFamily="34" charset="0"/>
                <a:ea typeface="Lato" panose="020F0502020204030203" pitchFamily="34" charset="0"/>
                <a:cs typeface="Lato" panose="020F0502020204030203" pitchFamily="34" charset="0"/>
              </a:rPr>
              <a:t>Aufgabenstellung/Ziele dieser Untersuchungen………. [4-5 Zeilen]</a:t>
            </a:r>
          </a:p>
          <a:p>
            <a:pPr marL="0" marR="0" lvl="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a:pPr>
            <a:r>
              <a:rPr lang="de-AT" altLang="de-DE" sz="5999" b="1" dirty="0">
                <a:latin typeface="Lato" panose="020F0502020204030203" pitchFamily="34" charset="0"/>
                <a:ea typeface="Lato" panose="020F0502020204030203" pitchFamily="34" charset="0"/>
                <a:cs typeface="Lato" panose="020F0502020204030203" pitchFamily="34" charset="0"/>
              </a:rPr>
              <a:t>Aufgabenstellung/Ziele dieser Untersuchungen………. [4-5 Zeilen]</a:t>
            </a:r>
          </a:p>
          <a:p>
            <a:pPr marL="0" marR="0" lvl="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a:pPr>
            <a:endParaRPr lang="de-AT" altLang="de-DE" sz="5999" b="1" dirty="0">
              <a:latin typeface="Lato" panose="020F0502020204030203" pitchFamily="34" charset="0"/>
              <a:ea typeface="Lato" panose="020F0502020204030203" pitchFamily="34" charset="0"/>
              <a:cs typeface="Lato" panose="020F0502020204030203" pitchFamily="34" charset="0"/>
            </a:endParaRPr>
          </a:p>
          <a:p>
            <a:pPr algn="ctr" eaLnBrk="1" hangingPunct="1"/>
            <a:endParaRPr lang="de-AT" altLang="de-DE" sz="5999" b="1" dirty="0">
              <a:latin typeface="Lato" panose="020F0502020204030203" pitchFamily="34" charset="0"/>
              <a:ea typeface="Lato" panose="020F0502020204030203" pitchFamily="34" charset="0"/>
              <a:cs typeface="Lato" panose="020F0502020204030203" pitchFamily="34" charset="0"/>
            </a:endParaRPr>
          </a:p>
          <a:p>
            <a:pPr lvl="0"/>
            <a:endParaRPr lang="de-DE" dirty="0"/>
          </a:p>
        </p:txBody>
      </p:sp>
      <p:sp>
        <p:nvSpPr>
          <p:cNvPr id="57" name="Textplatzhalter 55">
            <a:extLst>
              <a:ext uri="{FF2B5EF4-FFF2-40B4-BE49-F238E27FC236}">
                <a16:creationId xmlns:a16="http://schemas.microsoft.com/office/drawing/2014/main" id="{C72D7631-B425-426A-903C-C4D5E7B1F396}"/>
              </a:ext>
            </a:extLst>
          </p:cNvPr>
          <p:cNvSpPr>
            <a:spLocks noGrp="1"/>
          </p:cNvSpPr>
          <p:nvPr>
            <p:ph type="body" sz="quarter" idx="14" hasCustomPrompt="1"/>
          </p:nvPr>
        </p:nvSpPr>
        <p:spPr>
          <a:xfrm>
            <a:off x="2082851" y="29290557"/>
            <a:ext cx="11916944" cy="7945485"/>
          </a:xfrm>
          <a:prstGeom prst="rect">
            <a:avLst/>
          </a:prstGeom>
        </p:spPr>
        <p:txBody>
          <a:bodyPr anchor="ctr" anchorCtr="0"/>
          <a:lstStyle>
            <a:lvl1pPr marL="0" indent="0" algn="just">
              <a:buNone/>
              <a:defRPr sz="4400" b="1">
                <a:latin typeface="Arial" panose="020B0604020202020204" pitchFamily="34" charset="0"/>
                <a:cs typeface="Arial" panose="020B0604020202020204" pitchFamily="34" charset="0"/>
              </a:defRPr>
            </a:lvl1pPr>
          </a:lstStyle>
          <a:p>
            <a:pPr lvl="0"/>
            <a:r>
              <a:rPr lang="de-DE" dirty="0"/>
              <a:t>Ergebnisse des praktischen Teils</a:t>
            </a:r>
          </a:p>
          <a:p>
            <a:pPr lvl="0"/>
            <a:endParaRPr lang="de-DE" dirty="0"/>
          </a:p>
        </p:txBody>
      </p:sp>
      <p:sp>
        <p:nvSpPr>
          <p:cNvPr id="59" name="Inhaltsplatzhalter 58">
            <a:extLst>
              <a:ext uri="{FF2B5EF4-FFF2-40B4-BE49-F238E27FC236}">
                <a16:creationId xmlns:a16="http://schemas.microsoft.com/office/drawing/2014/main" id="{9A5A942F-9876-4CD0-8ED7-0E52ACC04B70}"/>
              </a:ext>
            </a:extLst>
          </p:cNvPr>
          <p:cNvSpPr>
            <a:spLocks noGrp="1"/>
          </p:cNvSpPr>
          <p:nvPr>
            <p:ph sz="quarter" idx="15" hasCustomPrompt="1"/>
          </p:nvPr>
        </p:nvSpPr>
        <p:spPr>
          <a:xfrm>
            <a:off x="13360404" y="8811949"/>
            <a:ext cx="16216313" cy="949529"/>
          </a:xfrm>
          <a:prstGeom prst="rect">
            <a:avLst/>
          </a:prstGeom>
        </p:spPr>
        <p:txBody>
          <a:bodyPr/>
          <a:lstStyle>
            <a:lvl1pPr marL="0" indent="0" algn="r">
              <a:buNone/>
              <a:defRPr lang="de-DE" sz="5000" kern="1200" dirty="0" smtClean="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lvl="0"/>
            <a:r>
              <a:rPr lang="de-DE" dirty="0"/>
              <a:t>Vorname Nachname, Vorname Nachname</a:t>
            </a:r>
          </a:p>
        </p:txBody>
      </p:sp>
      <p:sp>
        <p:nvSpPr>
          <p:cNvPr id="60" name="Textplatzhalter 55">
            <a:extLst>
              <a:ext uri="{FF2B5EF4-FFF2-40B4-BE49-F238E27FC236}">
                <a16:creationId xmlns:a16="http://schemas.microsoft.com/office/drawing/2014/main" id="{AF272AA7-19EB-421C-A0D1-F8A5285DCBEF}"/>
              </a:ext>
            </a:extLst>
          </p:cNvPr>
          <p:cNvSpPr>
            <a:spLocks noGrp="1"/>
          </p:cNvSpPr>
          <p:nvPr>
            <p:ph type="body" sz="quarter" idx="16" hasCustomPrompt="1"/>
          </p:nvPr>
        </p:nvSpPr>
        <p:spPr>
          <a:xfrm>
            <a:off x="16278744" y="18521319"/>
            <a:ext cx="11916944" cy="7945485"/>
          </a:xfrm>
          <a:prstGeom prst="rect">
            <a:avLst/>
          </a:prstGeom>
        </p:spPr>
        <p:txBody>
          <a:bodyPr anchor="ctr" anchorCtr="0"/>
          <a:lstStyle>
            <a:lvl1pPr marL="0" indent="0" algn="just">
              <a:buNone/>
              <a:defRPr sz="4400" b="1">
                <a:latin typeface="Arial" panose="020B0604020202020204" pitchFamily="34" charset="0"/>
                <a:cs typeface="Arial" panose="020B0604020202020204" pitchFamily="34" charset="0"/>
              </a:defRPr>
            </a:lvl1pPr>
          </a:lstStyle>
          <a:p>
            <a:pPr lvl="0"/>
            <a:r>
              <a:rPr lang="de-DE" dirty="0"/>
              <a:t>Ergebnisse des theoretischen Teils</a:t>
            </a:r>
          </a:p>
        </p:txBody>
      </p:sp>
      <p:sp>
        <p:nvSpPr>
          <p:cNvPr id="64" name="Inhaltsplatzhalter 58">
            <a:extLst>
              <a:ext uri="{FF2B5EF4-FFF2-40B4-BE49-F238E27FC236}">
                <a16:creationId xmlns:a16="http://schemas.microsoft.com/office/drawing/2014/main" id="{3AE8EB11-64EE-4AF2-BBE3-9141CAD70C35}"/>
              </a:ext>
            </a:extLst>
          </p:cNvPr>
          <p:cNvSpPr>
            <a:spLocks noGrp="1"/>
          </p:cNvSpPr>
          <p:nvPr>
            <p:ph sz="quarter" idx="17" hasCustomPrompt="1"/>
          </p:nvPr>
        </p:nvSpPr>
        <p:spPr>
          <a:xfrm>
            <a:off x="0" y="3759206"/>
            <a:ext cx="30275213" cy="4941686"/>
          </a:xfrm>
          <a:prstGeom prst="rect">
            <a:avLst/>
          </a:prstGeom>
        </p:spPr>
        <p:txBody>
          <a:bodyPr anchor="ctr" anchorCtr="1"/>
          <a:lstStyle>
            <a:lvl1pPr marL="0" marR="0" indent="0" algn="ctr" defTabSz="3027353" rtl="0" eaLnBrk="1" fontAlgn="auto" latinLnBrk="0" hangingPunct="1">
              <a:lnSpc>
                <a:spcPct val="90000"/>
              </a:lnSpc>
              <a:spcBef>
                <a:spcPts val="3311"/>
              </a:spcBef>
              <a:spcAft>
                <a:spcPts val="0"/>
              </a:spcAft>
              <a:buClrTx/>
              <a:buSzTx/>
              <a:buFont typeface="Arial" panose="020B0604020202020204" pitchFamily="34" charset="0"/>
              <a:buNone/>
              <a:tabLst/>
              <a:defRPr lang="de-DE" sz="14499" b="0" kern="1200" dirty="0" smtClean="0">
                <a:solidFill>
                  <a:schemeClr val="bg1"/>
                </a:solidFill>
                <a:latin typeface="Arial" panose="020B0604020202020204" pitchFamily="34" charset="0"/>
                <a:ea typeface="Lato" panose="020F0502020204030203" pitchFamily="34" charset="0"/>
                <a:cs typeface="Arial" panose="020B0604020202020204" pitchFamily="34" charset="0"/>
              </a:defRPr>
            </a:lvl1pPr>
          </a:lstStyle>
          <a:p>
            <a:pPr lvl="0"/>
            <a:r>
              <a:rPr lang="de-DE" dirty="0"/>
              <a:t>Titel der Diplomarbeit</a:t>
            </a:r>
          </a:p>
        </p:txBody>
      </p:sp>
    </p:spTree>
    <p:extLst>
      <p:ext uri="{BB962C8B-B14F-4D97-AF65-F5344CB8AC3E}">
        <p14:creationId xmlns:p14="http://schemas.microsoft.com/office/powerpoint/2010/main" val="32561905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rafik 6" descr="Ein Bild, das Screenshot, Licht, Kunst enthält.&#10;&#10;KI-generierte Inhalte können fehlerhaft sein.">
            <a:extLst>
              <a:ext uri="{FF2B5EF4-FFF2-40B4-BE49-F238E27FC236}">
                <a16:creationId xmlns:a16="http://schemas.microsoft.com/office/drawing/2014/main" id="{E0F9787C-1A2E-4283-A459-253652566386}"/>
              </a:ext>
            </a:extLst>
          </p:cNvPr>
          <p:cNvPicPr>
            <a:picLocks noChangeAspect="1"/>
          </p:cNvPicPr>
          <p:nvPr userDrawn="1"/>
        </p:nvPicPr>
        <p:blipFill rotWithShape="1">
          <a:blip r:embed="rId3">
            <a:alphaModFix amt="20000"/>
            <a:extLst>
              <a:ext uri="{28A0092B-C50C-407E-A947-70E740481C1C}">
                <a14:useLocalDpi xmlns:a14="http://schemas.microsoft.com/office/drawing/2010/main" val="0"/>
              </a:ext>
            </a:extLst>
          </a:blip>
          <a:srcRect l="12497" t="26975" r="56824" b="48008"/>
          <a:stretch/>
        </p:blipFill>
        <p:spPr>
          <a:xfrm>
            <a:off x="10406" y="32918405"/>
            <a:ext cx="30264807" cy="9885362"/>
          </a:xfrm>
          <a:prstGeom prst="rect">
            <a:avLst/>
          </a:prstGeom>
        </p:spPr>
      </p:pic>
      <p:pic>
        <p:nvPicPr>
          <p:cNvPr id="8" name="Grafik 7">
            <a:extLst>
              <a:ext uri="{FF2B5EF4-FFF2-40B4-BE49-F238E27FC236}">
                <a16:creationId xmlns:a16="http://schemas.microsoft.com/office/drawing/2014/main" id="{18C299C8-84B4-4574-8DA7-AF391AF7B957}"/>
              </a:ext>
            </a:extLst>
          </p:cNvPr>
          <p:cNvPicPr>
            <a:picLocks noChangeAspect="1"/>
          </p:cNvPicPr>
          <p:nvPr userDrawn="1"/>
        </p:nvPicPr>
        <p:blipFill>
          <a:blip r:embed="rId4"/>
          <a:stretch>
            <a:fillRect/>
          </a:stretch>
        </p:blipFill>
        <p:spPr>
          <a:xfrm>
            <a:off x="697831" y="966902"/>
            <a:ext cx="10408322" cy="1471445"/>
          </a:xfrm>
          <a:prstGeom prst="rect">
            <a:avLst/>
          </a:prstGeom>
        </p:spPr>
      </p:pic>
      <p:sp>
        <p:nvSpPr>
          <p:cNvPr id="10" name="Textfeld 9">
            <a:extLst>
              <a:ext uri="{FF2B5EF4-FFF2-40B4-BE49-F238E27FC236}">
                <a16:creationId xmlns:a16="http://schemas.microsoft.com/office/drawing/2014/main" id="{740EFB26-E1CD-485E-9F6F-32A3699158A8}"/>
              </a:ext>
            </a:extLst>
          </p:cNvPr>
          <p:cNvSpPr txBox="1"/>
          <p:nvPr userDrawn="1"/>
        </p:nvSpPr>
        <p:spPr>
          <a:xfrm>
            <a:off x="17601386" y="8660925"/>
            <a:ext cx="11975999" cy="861774"/>
          </a:xfrm>
          <a:prstGeom prst="rect">
            <a:avLst/>
          </a:prstGeom>
          <a:noFill/>
        </p:spPr>
        <p:txBody>
          <a:bodyPr wrap="square" rtlCol="0">
            <a:spAutoFit/>
          </a:bodyPr>
          <a:lstStyle/>
          <a:p>
            <a:r>
              <a:rPr lang="de-AT" sz="5000" dirty="0">
                <a:solidFill>
                  <a:schemeClr val="bg1"/>
                </a:solidFill>
                <a:latin typeface="Lato" panose="020F0502020204030203" pitchFamily="34" charset="0"/>
                <a:ea typeface="Lato" panose="020F0502020204030203" pitchFamily="34" charset="0"/>
                <a:cs typeface="Lato" panose="020F0502020204030203" pitchFamily="34" charset="0"/>
              </a:rPr>
              <a:t>Vorname Nachname, Vorname Nachname</a:t>
            </a:r>
            <a:endParaRPr lang="de-DE" sz="500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26" name="Textfeld 25">
            <a:extLst>
              <a:ext uri="{FF2B5EF4-FFF2-40B4-BE49-F238E27FC236}">
                <a16:creationId xmlns:a16="http://schemas.microsoft.com/office/drawing/2014/main" id="{8871173B-247D-4A78-AE3C-2D3C7D726690}"/>
              </a:ext>
            </a:extLst>
          </p:cNvPr>
          <p:cNvSpPr txBox="1"/>
          <p:nvPr userDrawn="1"/>
        </p:nvSpPr>
        <p:spPr>
          <a:xfrm>
            <a:off x="12563507" y="40601727"/>
            <a:ext cx="6537298" cy="830997"/>
          </a:xfrm>
          <a:prstGeom prst="rect">
            <a:avLst/>
          </a:prstGeom>
          <a:noFill/>
        </p:spPr>
        <p:txBody>
          <a:bodyPr wrap="square" rtlCol="0">
            <a:spAutoFit/>
          </a:bodyPr>
          <a:lstStyle/>
          <a:p>
            <a:r>
              <a:rPr lang="de-DE" sz="4400" b="1" dirty="0">
                <a:latin typeface="Arial" panose="020B0604020202020204" pitchFamily="34" charset="0"/>
                <a:ea typeface="Lato" panose="020F0502020204030203" pitchFamily="34" charset="0"/>
                <a:cs typeface="Arial" panose="020B0604020202020204" pitchFamily="34" charset="0"/>
              </a:rPr>
              <a:t>www.</a:t>
            </a:r>
            <a:r>
              <a:rPr lang="de-DE" sz="4800" b="1" dirty="0">
                <a:latin typeface="Arial" panose="020B0604020202020204" pitchFamily="34" charset="0"/>
                <a:ea typeface="Lato" panose="020F0502020204030203" pitchFamily="34" charset="0"/>
                <a:cs typeface="Arial" panose="020B0604020202020204" pitchFamily="34" charset="0"/>
              </a:rPr>
              <a:t>htl-leoben</a:t>
            </a:r>
            <a:r>
              <a:rPr lang="de-DE" sz="4400" b="1" dirty="0">
                <a:latin typeface="Arial" panose="020B0604020202020204" pitchFamily="34" charset="0"/>
                <a:ea typeface="Lato" panose="020F0502020204030203" pitchFamily="34" charset="0"/>
                <a:cs typeface="Arial" panose="020B0604020202020204" pitchFamily="34" charset="0"/>
              </a:rPr>
              <a:t>.at</a:t>
            </a:r>
          </a:p>
        </p:txBody>
      </p:sp>
      <p:sp>
        <p:nvSpPr>
          <p:cNvPr id="27" name="Rechteck 26">
            <a:extLst>
              <a:ext uri="{FF2B5EF4-FFF2-40B4-BE49-F238E27FC236}">
                <a16:creationId xmlns:a16="http://schemas.microsoft.com/office/drawing/2014/main" id="{8AA4AA32-A2EF-4736-9330-E0056207BF4C}"/>
              </a:ext>
            </a:extLst>
          </p:cNvPr>
          <p:cNvSpPr/>
          <p:nvPr userDrawn="1"/>
        </p:nvSpPr>
        <p:spPr>
          <a:xfrm>
            <a:off x="10406" y="3281907"/>
            <a:ext cx="30264807" cy="6439611"/>
          </a:xfrm>
          <a:prstGeom prst="rect">
            <a:avLst/>
          </a:prstGeom>
          <a:solidFill>
            <a:srgbClr val="0963A8"/>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800"/>
          </a:p>
        </p:txBody>
      </p:sp>
      <p:sp>
        <p:nvSpPr>
          <p:cNvPr id="2" name="Textfeld 1">
            <a:extLst>
              <a:ext uri="{FF2B5EF4-FFF2-40B4-BE49-F238E27FC236}">
                <a16:creationId xmlns:a16="http://schemas.microsoft.com/office/drawing/2014/main" id="{D976BD9D-937B-4A90-A0D5-3B4747F09296}"/>
              </a:ext>
            </a:extLst>
          </p:cNvPr>
          <p:cNvSpPr txBox="1"/>
          <p:nvPr userDrawn="1"/>
        </p:nvSpPr>
        <p:spPr>
          <a:xfrm>
            <a:off x="12563507" y="1028125"/>
            <a:ext cx="9406063" cy="1569660"/>
          </a:xfrm>
          <a:prstGeom prst="rect">
            <a:avLst/>
          </a:prstGeom>
          <a:noFill/>
        </p:spPr>
        <p:txBody>
          <a:bodyPr wrap="square" rtlCol="0">
            <a:spAutoFit/>
          </a:bodyPr>
          <a:lstStyle/>
          <a:p>
            <a:r>
              <a:rPr lang="de-DE" sz="9600" b="1" dirty="0">
                <a:solidFill>
                  <a:srgbClr val="989898"/>
                </a:solidFill>
                <a:latin typeface="Arial" panose="020B0604020202020204" pitchFamily="34" charset="0"/>
                <a:cs typeface="Arial" panose="020B0604020202020204" pitchFamily="34" charset="0"/>
              </a:rPr>
              <a:t>Diplomarbeit</a:t>
            </a:r>
            <a:endParaRPr lang="de-AT" sz="2000" b="1" dirty="0">
              <a:solidFill>
                <a:srgbClr val="989898"/>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4421352"/>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3027353" rtl="0" eaLnBrk="1" latinLnBrk="0" hangingPunct="1">
        <a:lnSpc>
          <a:spcPct val="90000"/>
        </a:lnSpc>
        <a:spcBef>
          <a:spcPct val="0"/>
        </a:spcBef>
        <a:buNone/>
        <a:defRPr sz="14567" kern="1200">
          <a:solidFill>
            <a:schemeClr val="tx1"/>
          </a:solidFill>
          <a:latin typeface="+mj-lt"/>
          <a:ea typeface="+mj-ea"/>
          <a:cs typeface="+mj-cs"/>
        </a:defRPr>
      </a:lvl1pPr>
    </p:titleStyle>
    <p:bodyStyle>
      <a:lvl1pPr marL="756838" indent="-756838" algn="l" defTabSz="3027353"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514" indent="-756838" algn="l" defTabSz="3027353"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191" indent="-756838" algn="l" defTabSz="3027353" rtl="0" eaLnBrk="1" latinLnBrk="0" hangingPunct="1">
        <a:lnSpc>
          <a:spcPct val="90000"/>
        </a:lnSpc>
        <a:spcBef>
          <a:spcPts val="1655"/>
        </a:spcBef>
        <a:buFont typeface="Arial" panose="020B0604020202020204" pitchFamily="34" charset="0"/>
        <a:buChar char="•"/>
        <a:defRPr sz="6621" kern="1200">
          <a:solidFill>
            <a:schemeClr val="tx1"/>
          </a:solidFill>
          <a:latin typeface="+mn-lt"/>
          <a:ea typeface="+mn-ea"/>
          <a:cs typeface="+mn-cs"/>
        </a:defRPr>
      </a:lvl3pPr>
      <a:lvl4pPr marL="5297867"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544"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220"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8897"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2573"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250" indent="-756838" algn="l" defTabSz="302735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353" rtl="0" eaLnBrk="1" latinLnBrk="0" hangingPunct="1">
        <a:defRPr sz="5960" kern="1200">
          <a:solidFill>
            <a:schemeClr val="tx1"/>
          </a:solidFill>
          <a:latin typeface="+mn-lt"/>
          <a:ea typeface="+mn-ea"/>
          <a:cs typeface="+mn-cs"/>
        </a:defRPr>
      </a:lvl1pPr>
      <a:lvl2pPr marL="1513676" algn="l" defTabSz="3027353" rtl="0" eaLnBrk="1" latinLnBrk="0" hangingPunct="1">
        <a:defRPr sz="5960" kern="1200">
          <a:solidFill>
            <a:schemeClr val="tx1"/>
          </a:solidFill>
          <a:latin typeface="+mn-lt"/>
          <a:ea typeface="+mn-ea"/>
          <a:cs typeface="+mn-cs"/>
        </a:defRPr>
      </a:lvl2pPr>
      <a:lvl3pPr marL="3027353" algn="l" defTabSz="3027353" rtl="0" eaLnBrk="1" latinLnBrk="0" hangingPunct="1">
        <a:defRPr sz="5960" kern="1200">
          <a:solidFill>
            <a:schemeClr val="tx1"/>
          </a:solidFill>
          <a:latin typeface="+mn-lt"/>
          <a:ea typeface="+mn-ea"/>
          <a:cs typeface="+mn-cs"/>
        </a:defRPr>
      </a:lvl3pPr>
      <a:lvl4pPr marL="4541028" algn="l" defTabSz="3027353" rtl="0" eaLnBrk="1" latinLnBrk="0" hangingPunct="1">
        <a:defRPr sz="5960" kern="1200">
          <a:solidFill>
            <a:schemeClr val="tx1"/>
          </a:solidFill>
          <a:latin typeface="+mn-lt"/>
          <a:ea typeface="+mn-ea"/>
          <a:cs typeface="+mn-cs"/>
        </a:defRPr>
      </a:lvl4pPr>
      <a:lvl5pPr marL="6054706" algn="l" defTabSz="3027353" rtl="0" eaLnBrk="1" latinLnBrk="0" hangingPunct="1">
        <a:defRPr sz="5960" kern="1200">
          <a:solidFill>
            <a:schemeClr val="tx1"/>
          </a:solidFill>
          <a:latin typeface="+mn-lt"/>
          <a:ea typeface="+mn-ea"/>
          <a:cs typeface="+mn-cs"/>
        </a:defRPr>
      </a:lvl5pPr>
      <a:lvl6pPr marL="7568382" algn="l" defTabSz="3027353" rtl="0" eaLnBrk="1" latinLnBrk="0" hangingPunct="1">
        <a:defRPr sz="5960" kern="1200">
          <a:solidFill>
            <a:schemeClr val="tx1"/>
          </a:solidFill>
          <a:latin typeface="+mn-lt"/>
          <a:ea typeface="+mn-ea"/>
          <a:cs typeface="+mn-cs"/>
        </a:defRPr>
      </a:lvl6pPr>
      <a:lvl7pPr marL="9082059" algn="l" defTabSz="3027353" rtl="0" eaLnBrk="1" latinLnBrk="0" hangingPunct="1">
        <a:defRPr sz="5960" kern="1200">
          <a:solidFill>
            <a:schemeClr val="tx1"/>
          </a:solidFill>
          <a:latin typeface="+mn-lt"/>
          <a:ea typeface="+mn-ea"/>
          <a:cs typeface="+mn-cs"/>
        </a:defRPr>
      </a:lvl7pPr>
      <a:lvl8pPr marL="10595734" algn="l" defTabSz="3027353" rtl="0" eaLnBrk="1" latinLnBrk="0" hangingPunct="1">
        <a:defRPr sz="5960" kern="1200">
          <a:solidFill>
            <a:schemeClr val="tx1"/>
          </a:solidFill>
          <a:latin typeface="+mn-lt"/>
          <a:ea typeface="+mn-ea"/>
          <a:cs typeface="+mn-cs"/>
        </a:defRPr>
      </a:lvl8pPr>
      <a:lvl9pPr marL="12109411" algn="l" defTabSz="3027353"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Inhaltsplatzhalter 10">
            <a:extLst>
              <a:ext uri="{FF2B5EF4-FFF2-40B4-BE49-F238E27FC236}">
                <a16:creationId xmlns:a16="http://schemas.microsoft.com/office/drawing/2014/main" id="{A4EF6EE1-85F4-4361-A154-ADF2A3E54C86}"/>
              </a:ext>
            </a:extLst>
          </p:cNvPr>
          <p:cNvSpPr>
            <a:spLocks noGrp="1"/>
          </p:cNvSpPr>
          <p:nvPr>
            <p:ph sz="quarter" idx="12"/>
          </p:nvPr>
        </p:nvSpPr>
        <p:spPr/>
        <p:txBody>
          <a:bodyPr/>
          <a:lstStyle/>
          <a:p>
            <a:pPr algn="l"/>
            <a:endParaRPr lang="de-DE" b="0" dirty="0"/>
          </a:p>
          <a:p>
            <a:pPr algn="l"/>
            <a:r>
              <a:rPr lang="de-DE" b="0" dirty="0"/>
              <a:t>Ziel der Diplomarbeit ist die Erstellung und Konfiguration einer sicheren, digitalen </a:t>
            </a:r>
            <a:r>
              <a:rPr lang="de-DE" b="0" dirty="0" err="1"/>
              <a:t>Cybersecurity</a:t>
            </a:r>
            <a:r>
              <a:rPr lang="de-DE" b="0" dirty="0"/>
              <a:t>-Range für den Unterricht. In dieser Umgebung können Cyberangriffe realitätsnah, aber gefahrlos geübt werden. Gleichzeitig soll sichtbar werden, wie Angriffe früh erkannt und nachvollziehbar dargestellt werden können.</a:t>
            </a:r>
            <a:endParaRPr lang="de-AT" dirty="0"/>
          </a:p>
        </p:txBody>
      </p:sp>
      <p:sp>
        <p:nvSpPr>
          <p:cNvPr id="12" name="Textplatzhalter 11">
            <a:extLst>
              <a:ext uri="{FF2B5EF4-FFF2-40B4-BE49-F238E27FC236}">
                <a16:creationId xmlns:a16="http://schemas.microsoft.com/office/drawing/2014/main" id="{17444110-CEBC-4B6D-9CB5-8D8E1B92AC49}"/>
              </a:ext>
            </a:extLst>
          </p:cNvPr>
          <p:cNvSpPr>
            <a:spLocks noGrp="1"/>
          </p:cNvSpPr>
          <p:nvPr>
            <p:ph type="body" sz="quarter" idx="14"/>
          </p:nvPr>
        </p:nvSpPr>
        <p:spPr>
          <a:xfrm>
            <a:off x="1371600" y="29290557"/>
            <a:ext cx="13766006" cy="7945485"/>
          </a:xfrm>
        </p:spPr>
        <p:txBody>
          <a:bodyPr/>
          <a:lstStyle/>
          <a:p>
            <a:pPr algn="l"/>
            <a:r>
              <a:rPr lang="de-DE" b="0" dirty="0"/>
              <a:t>Im praktischen Teil wurde eine vollständige virtuelle Übungsumgebung aufgebaut und erfolgreich getestet. Typische Angriffsszenarien konnten realitätsnah simuliert werden, ohne produktive Systeme zu gefährden. Das eingesetzte Überwachungssystem erkannte verdächtige Aktivitäten und stellte sie zentral und verständlich dar. Dadurch konnte der Ablauf eines Angriffs Schritt für Schritt nachvollzogen werden. Insgesamt zeigt das Ergebnis, dass die Lösung für praxisnahen, fairen und modernen </a:t>
            </a:r>
            <a:r>
              <a:rPr lang="de-DE" b="0" dirty="0" err="1"/>
              <a:t>Cybersecurity</a:t>
            </a:r>
            <a:r>
              <a:rPr lang="de-DE" b="0" dirty="0"/>
              <a:t>-Unterricht sehr gut geeignet ist.</a:t>
            </a:r>
            <a:endParaRPr lang="de-AT" dirty="0"/>
          </a:p>
        </p:txBody>
      </p:sp>
      <p:sp>
        <p:nvSpPr>
          <p:cNvPr id="13" name="Inhaltsplatzhalter 12">
            <a:extLst>
              <a:ext uri="{FF2B5EF4-FFF2-40B4-BE49-F238E27FC236}">
                <a16:creationId xmlns:a16="http://schemas.microsoft.com/office/drawing/2014/main" id="{5F7D7315-AD8D-4AF7-B4FF-03AAF29A2814}"/>
              </a:ext>
            </a:extLst>
          </p:cNvPr>
          <p:cNvSpPr>
            <a:spLocks noGrp="1"/>
          </p:cNvSpPr>
          <p:nvPr>
            <p:ph sz="quarter" idx="15"/>
          </p:nvPr>
        </p:nvSpPr>
        <p:spPr/>
        <p:txBody>
          <a:bodyPr/>
          <a:lstStyle/>
          <a:p>
            <a:r>
              <a:rPr lang="de-AT" dirty="0"/>
              <a:t>Tobias Eichelberger, Lukas </a:t>
            </a:r>
            <a:r>
              <a:rPr lang="de-AT" dirty="0" err="1"/>
              <a:t>Macuha</a:t>
            </a:r>
            <a:endParaRPr lang="de-AT" dirty="0"/>
          </a:p>
        </p:txBody>
      </p:sp>
      <p:sp>
        <p:nvSpPr>
          <p:cNvPr id="14" name="Textplatzhalter 13">
            <a:extLst>
              <a:ext uri="{FF2B5EF4-FFF2-40B4-BE49-F238E27FC236}">
                <a16:creationId xmlns:a16="http://schemas.microsoft.com/office/drawing/2014/main" id="{8E37BBE8-89EC-4B5A-B02A-ED960032131F}"/>
              </a:ext>
            </a:extLst>
          </p:cNvPr>
          <p:cNvSpPr>
            <a:spLocks noGrp="1"/>
          </p:cNvSpPr>
          <p:nvPr>
            <p:ph type="body" sz="quarter" idx="16"/>
          </p:nvPr>
        </p:nvSpPr>
        <p:spPr>
          <a:xfrm>
            <a:off x="15971520" y="18521319"/>
            <a:ext cx="13350240" cy="7945485"/>
          </a:xfrm>
        </p:spPr>
        <p:txBody>
          <a:bodyPr/>
          <a:lstStyle/>
          <a:p>
            <a:pPr algn="l"/>
            <a:r>
              <a:rPr lang="de-DE" b="0" dirty="0"/>
              <a:t>Im theoretischen Teil wurde untersucht, wie Angriffe in Computernetzwerken entstehen und welche Schutzmaßnahmen besonders wirksam sind. Zusätzlich wurden verschiedene Lösungen zur Angriffserkennung verglichen. Zentrale Erkenntnis: Nicht einzelne Tools, sondern das Zusammenspiel aus klaren Sicherheitsregeln, starken Passwörtern, sinnvollen Berechtigungen und laufender Überwachung schützt ein Netzwerk nachhaltig. Dadurch können Sicherheitsvorfälle früh erkannt und begrenzt werden.</a:t>
            </a:r>
            <a:endParaRPr lang="de-AT" dirty="0"/>
          </a:p>
        </p:txBody>
      </p:sp>
      <p:sp>
        <p:nvSpPr>
          <p:cNvPr id="15" name="Inhaltsplatzhalter 14">
            <a:extLst>
              <a:ext uri="{FF2B5EF4-FFF2-40B4-BE49-F238E27FC236}">
                <a16:creationId xmlns:a16="http://schemas.microsoft.com/office/drawing/2014/main" id="{F1F15DDC-A75D-44C4-8E9B-7D57B7E1D708}"/>
              </a:ext>
            </a:extLst>
          </p:cNvPr>
          <p:cNvSpPr>
            <a:spLocks noGrp="1"/>
          </p:cNvSpPr>
          <p:nvPr>
            <p:ph sz="quarter" idx="17"/>
          </p:nvPr>
        </p:nvSpPr>
        <p:spPr>
          <a:xfrm>
            <a:off x="0" y="3657600"/>
            <a:ext cx="30275213" cy="5043292"/>
          </a:xfrm>
        </p:spPr>
        <p:txBody>
          <a:bodyPr/>
          <a:lstStyle/>
          <a:p>
            <a:r>
              <a:rPr lang="en-GB" dirty="0"/>
              <a:t>Virtuelle Cybersecurity-Testumgebung mit IDS</a:t>
            </a:r>
          </a:p>
        </p:txBody>
      </p:sp>
      <p:sp>
        <p:nvSpPr>
          <p:cNvPr id="9" name="AutoShape 2" descr="Ein Bild, das Screenshot, Text, Software, Multimedia-Software enthält.&#10;&#10;Automatisch generierte Beschreibung">
            <a:extLst>
              <a:ext uri="{FF2B5EF4-FFF2-40B4-BE49-F238E27FC236}">
                <a16:creationId xmlns:a16="http://schemas.microsoft.com/office/drawing/2014/main" id="{BB2023B5-BF21-437B-B445-24D570C443D3}"/>
              </a:ext>
            </a:extLst>
          </p:cNvPr>
          <p:cNvSpPr>
            <a:spLocks noChangeAspect="1" noChangeArrowheads="1"/>
          </p:cNvSpPr>
          <p:nvPr/>
        </p:nvSpPr>
        <p:spPr bwMode="auto">
          <a:xfrm>
            <a:off x="14984413" y="212486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7" name="Inhaltsplatzhalter 8" descr="Ein Bild, das Diagramm, Text, Karte enthält.&#10;&#10;KI-generierte Inhalte können fehlerhaft sein.">
            <a:extLst>
              <a:ext uri="{FF2B5EF4-FFF2-40B4-BE49-F238E27FC236}">
                <a16:creationId xmlns:a16="http://schemas.microsoft.com/office/drawing/2014/main" id="{82CC687B-CC70-27A7-D2F8-B4C5C33280ED}"/>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1790" t="-2673" r="5926" b="2673"/>
          <a:stretch>
            <a:fillRect/>
          </a:stretch>
        </p:blipFill>
        <p:spPr>
          <a:xfrm>
            <a:off x="16225838" y="28703588"/>
            <a:ext cx="13114337" cy="9121775"/>
          </a:xfrm>
          <a:prstGeom prst="rect">
            <a:avLst/>
          </a:prstGeom>
        </p:spPr>
      </p:pic>
      <p:pic>
        <p:nvPicPr>
          <p:cNvPr id="18" name="Bildplatzhalter 17" descr="Ein Bild, das Text, Screenshot, Schrift, Logo enthält.&#10;&#10;KI-generierte Inhalte können fehlerhaft sein.">
            <a:extLst>
              <a:ext uri="{FF2B5EF4-FFF2-40B4-BE49-F238E27FC236}">
                <a16:creationId xmlns:a16="http://schemas.microsoft.com/office/drawing/2014/main" id="{11A5B3F9-B663-6A40-BF45-988125B3E73D}"/>
              </a:ext>
            </a:extLst>
          </p:cNvPr>
          <p:cNvPicPr>
            <a:picLocks noGrp="1" noChangeAspect="1"/>
          </p:cNvPicPr>
          <p:nvPr>
            <p:ph type="pic" sz="quarter" idx="10"/>
          </p:nvPr>
        </p:nvPicPr>
        <p:blipFill>
          <a:blip r:embed="rId3"/>
          <a:srcRect l="12239" t="17815" r="13581" b="1716"/>
          <a:stretch>
            <a:fillRect/>
          </a:stretch>
        </p:blipFill>
        <p:spPr>
          <a:xfrm>
            <a:off x="3246120" y="17245116"/>
            <a:ext cx="9728200" cy="10552904"/>
          </a:xfrm>
          <a:prstGeom prst="rect">
            <a:avLst/>
          </a:prstGeom>
        </p:spPr>
      </p:pic>
    </p:spTree>
    <p:extLst>
      <p:ext uri="{BB962C8B-B14F-4D97-AF65-F5344CB8AC3E}">
        <p14:creationId xmlns:p14="http://schemas.microsoft.com/office/powerpoint/2010/main" val="773159426"/>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4CB4D94694C6C4497074175C0CB9EC7" ma:contentTypeVersion="9" ma:contentTypeDescription="Create a new document." ma:contentTypeScope="" ma:versionID="978871d5ecab1c5bc96bae753ca5201c">
  <xsd:schema xmlns:xsd="http://www.w3.org/2001/XMLSchema" xmlns:xs="http://www.w3.org/2001/XMLSchema" xmlns:p="http://schemas.microsoft.com/office/2006/metadata/properties" xmlns:ns2="95073dbd-529e-4168-8b89-5095f680e838" targetNamespace="http://schemas.microsoft.com/office/2006/metadata/properties" ma:root="true" ma:fieldsID="683fdc4ed8203e5744d34fe0db2929ab" ns2:_="">
    <xsd:import namespace="95073dbd-529e-4168-8b89-5095f680e83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073dbd-529e-4168-8b89-5095f680e8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CC1DD1-960A-4156-AAD2-FBE002C9E09E}">
  <ds:schemaRefs>
    <ds:schemaRef ds:uri="http://schemas.microsoft.com/sharepoint/v3/contenttype/forms"/>
  </ds:schemaRefs>
</ds:datastoreItem>
</file>

<file path=customXml/itemProps2.xml><?xml version="1.0" encoding="utf-8"?>
<ds:datastoreItem xmlns:ds="http://schemas.openxmlformats.org/officeDocument/2006/customXml" ds:itemID="{3B2E5DC6-0500-44EE-AED5-81508B4384EA}">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B8603C9-7727-411E-BD6C-694A8ED01D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073dbd-529e-4168-8b89-5095f680e83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187</Words>
  <Application>Microsoft Office PowerPoint</Application>
  <PresentationFormat>Benutzerdefiniert</PresentationFormat>
  <Paragraphs>6</Paragraphs>
  <Slides>1</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vt:i4>
      </vt:variant>
    </vt:vector>
  </HeadingPairs>
  <TitlesOfParts>
    <vt:vector size="6" baseType="lpstr">
      <vt:lpstr>Aptos</vt:lpstr>
      <vt:lpstr>Arial</vt:lpstr>
      <vt:lpstr>Calibri</vt:lpstr>
      <vt:lpstr>Lato</vt:lpstr>
      <vt:lpstr>Office</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Diplomarbeit Titel der Diplomarbeit</dc:title>
  <dc:creator>alexandra.gmundtner@htl-leoben.at</dc:creator>
  <cp:lastModifiedBy>Eichelberger Tobias</cp:lastModifiedBy>
  <cp:revision>38</cp:revision>
  <dcterms:created xsi:type="dcterms:W3CDTF">2025-03-27T07:28:30Z</dcterms:created>
  <dcterms:modified xsi:type="dcterms:W3CDTF">2026-02-27T08:33:41Z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0x01010034CB4D94694C6C4497074175C0CB9EC7</vt:lpwstr>
  </property>
</Properties>
</file>