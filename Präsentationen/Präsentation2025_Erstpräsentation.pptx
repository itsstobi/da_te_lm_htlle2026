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82" r:id="rId6"/>
    <p:sldId id="2587" r:id="rId7"/>
    <p:sldId id="2585" r:id="rId8"/>
    <p:sldId id="2588" r:id="rId9"/>
    <p:sldId id="2584" r:id="rId10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8" autoAdjust="0"/>
    <p:restoredTop sz="94660"/>
  </p:normalViewPr>
  <p:slideViewPr>
    <p:cSldViewPr snapToGrid="0">
      <p:cViewPr varScale="1">
        <p:scale>
          <a:sx n="75" d="100"/>
          <a:sy n="75" d="100"/>
        </p:scale>
        <p:origin x="78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18.06.2025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18.06.2025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AB2-6CCA-40C7-8885-2C056A77E284}" type="datetime1">
              <a:rPr lang="de-AT" smtClean="0"/>
              <a:t>18.06.2025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F41BCF-DE93-46E8-96C4-64339D157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800" y="259200"/>
            <a:ext cx="6224367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591F-AE7F-406B-977E-415D708CD05B}" type="datetime1">
              <a:rPr lang="de-AT" smtClean="0"/>
              <a:t>18.06.2025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14C7656-561A-4230-AE49-F934B215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4213-31A7-43A9-B381-650B72838F3D}" type="datetime1">
              <a:rPr lang="de-AT" smtClean="0"/>
              <a:t>18.06.2025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6B0F48-B7CD-4678-8B22-ED12B93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3C63-4118-48BA-956A-11DEEC1AA07D}" type="datetime1">
              <a:rPr lang="de-AT" smtClean="0"/>
              <a:t>18.06.2025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378A7E-CD4F-4738-BF47-8D1B09A91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355E-663F-46F6-A58A-7E827B834F26}" type="datetime1">
              <a:rPr lang="de-AT" smtClean="0"/>
              <a:t>18.06.2025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azuh.com/platform/overview/" TargetMode="External"/><Relationship Id="rId2" Type="http://schemas.openxmlformats.org/officeDocument/2006/relationships/hyperlink" Target="https://www.paloaltonetworks.de/cyberpedia/what-is-an-intrusion-detection-system-id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ireguard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2842410" y="2827794"/>
            <a:ext cx="6779109" cy="1085996"/>
          </a:xfrm>
          <a:prstGeom prst="rect">
            <a:avLst/>
          </a:prstGeom>
        </p:spPr>
        <p:txBody>
          <a:bodyPr/>
          <a:lstStyle/>
          <a:p>
            <a:r>
              <a:rPr lang="de-DE" sz="3200" b="1" dirty="0">
                <a:solidFill>
                  <a:srgbClr val="9BBB59"/>
                </a:solidFill>
              </a:rPr>
              <a:t>Virtuelle </a:t>
            </a:r>
            <a:r>
              <a:rPr lang="de-DE" sz="3200" b="1" dirty="0" err="1">
                <a:solidFill>
                  <a:srgbClr val="9BBB59"/>
                </a:solidFill>
              </a:rPr>
              <a:t>Cybersecurity</a:t>
            </a:r>
            <a:r>
              <a:rPr lang="de-DE" sz="3200" b="1" dirty="0">
                <a:solidFill>
                  <a:srgbClr val="9BBB59"/>
                </a:solidFill>
              </a:rPr>
              <a:t>-Testumgebung mit IDS </a:t>
            </a: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121" y="4209170"/>
            <a:ext cx="222656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Ins="54000">
            <a:spAutoFit/>
          </a:bodyPr>
          <a:lstStyle/>
          <a:p>
            <a:r>
              <a:rPr lang="nl-NL" sz="2000" dirty="0"/>
              <a:t>Tobias Eichelberger</a:t>
            </a:r>
          </a:p>
          <a:p>
            <a:r>
              <a:rPr lang="nl-NL" sz="2000" dirty="0"/>
              <a:t>Lukas </a:t>
            </a:r>
            <a:r>
              <a:rPr lang="nl-NL" sz="2000" dirty="0" err="1"/>
              <a:t>Macuha</a:t>
            </a:r>
            <a:endParaRPr lang="nl-NL" sz="2000" dirty="0"/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054" y="4943680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 dirty="0"/>
              <a:t>24.06.2025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49EEA25-235A-4DB2-B18D-8226E1B7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8750" y="5286388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Betreuer/in: DI Dr. Thomas Messner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0CE138CF-753E-4573-B47E-8055A445E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590" y="560839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9480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de-AT" dirty="0"/>
              <a:t>Partner/Aufgabenstellung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72719" y="1031791"/>
            <a:ext cx="7525253" cy="51048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AT" sz="2600" dirty="0"/>
              <a:t>Partner: HTL Leoben</a:t>
            </a:r>
          </a:p>
          <a:p>
            <a:pPr marL="0" indent="0">
              <a:lnSpc>
                <a:spcPct val="90000"/>
              </a:lnSpc>
              <a:buNone/>
            </a:pPr>
            <a:endParaRPr lang="de-AT" sz="2400" dirty="0"/>
          </a:p>
          <a:p>
            <a:pPr>
              <a:lnSpc>
                <a:spcPct val="90000"/>
              </a:lnSpc>
            </a:pPr>
            <a:r>
              <a:rPr lang="de-AT" sz="2600" dirty="0"/>
              <a:t>Aufgabenstellung</a:t>
            </a:r>
            <a:endParaRPr lang="de-DE" sz="2600" dirty="0"/>
          </a:p>
          <a:p>
            <a:pPr lvl="1">
              <a:lnSpc>
                <a:spcPct val="90000"/>
              </a:lnSpc>
            </a:pPr>
            <a:r>
              <a:rPr lang="de-DE" dirty="0"/>
              <a:t>Eichelbeger: Blue Team</a:t>
            </a:r>
          </a:p>
          <a:p>
            <a:pPr lvl="2">
              <a:lnSpc>
                <a:spcPct val="90000"/>
              </a:lnSpc>
            </a:pPr>
            <a:r>
              <a:rPr lang="de-DE" sz="2400" dirty="0"/>
              <a:t>Entwicklung einer sicheren, virtuellen Netzwerkumgebung, auf einem Server der HTL, die durch ein IDS überwacht wird</a:t>
            </a:r>
          </a:p>
          <a:p>
            <a:pPr lvl="2">
              <a:lnSpc>
                <a:spcPct val="90000"/>
              </a:lnSpc>
            </a:pPr>
            <a:endParaRPr lang="de-DE" sz="2400" dirty="0"/>
          </a:p>
          <a:p>
            <a:pPr lvl="1">
              <a:lnSpc>
                <a:spcPct val="90000"/>
              </a:lnSpc>
            </a:pPr>
            <a:r>
              <a:rPr lang="de-DE" dirty="0" err="1"/>
              <a:t>Macuha</a:t>
            </a:r>
            <a:r>
              <a:rPr lang="de-DE" dirty="0"/>
              <a:t>: </a:t>
            </a:r>
            <a:r>
              <a:rPr lang="de-DE" dirty="0" err="1"/>
              <a:t>Red</a:t>
            </a:r>
            <a:r>
              <a:rPr lang="de-DE" dirty="0"/>
              <a:t> Team</a:t>
            </a:r>
          </a:p>
          <a:p>
            <a:pPr lvl="2">
              <a:lnSpc>
                <a:spcPct val="90000"/>
              </a:lnSpc>
            </a:pPr>
            <a:r>
              <a:rPr lang="de-DE" sz="2400" dirty="0"/>
              <a:t>Durchführung von Netzwerkscans und Angriffssimulationen mithilfe von Tools wie </a:t>
            </a:r>
            <a:r>
              <a:rPr lang="de-DE" sz="2400" dirty="0" err="1"/>
              <a:t>Nmap</a:t>
            </a:r>
            <a:r>
              <a:rPr lang="de-DE" sz="2400" dirty="0"/>
              <a:t>, </a:t>
            </a:r>
            <a:r>
              <a:rPr lang="de-DE" sz="2400" dirty="0" err="1"/>
              <a:t>Mimikatz</a:t>
            </a:r>
            <a:r>
              <a:rPr lang="de-DE" sz="2400" dirty="0"/>
              <a:t> und Metasploit zur Generierung von IDS-Ereignissen</a:t>
            </a:r>
          </a:p>
        </p:txBody>
      </p:sp>
      <p:pic>
        <p:nvPicPr>
          <p:cNvPr id="8" name="Grafik 7" descr="Ein Bild, das Text, Screenshot, Display, Design enthält.&#10;&#10;KI-generierte Inhalte können fehlerhaft sein.">
            <a:extLst>
              <a:ext uri="{FF2B5EF4-FFF2-40B4-BE49-F238E27FC236}">
                <a16:creationId xmlns:a16="http://schemas.microsoft.com/office/drawing/2014/main" id="{047880BD-C219-E789-E715-F6F0B444F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5" r="12421"/>
          <a:stretch>
            <a:fillRect/>
          </a:stretch>
        </p:blipFill>
        <p:spPr>
          <a:xfrm>
            <a:off x="7772400" y="1005264"/>
            <a:ext cx="3810000" cy="5157902"/>
          </a:xfrm>
          <a:prstGeom prst="rect">
            <a:avLst/>
          </a:prstGeom>
          <a:noFill/>
        </p:spPr>
      </p:pic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DCD6803-3BAA-44F6-A698-23D950C9713B}" type="slidenum">
              <a:rPr lang="de-AT" smtClean="0"/>
              <a:pPr>
                <a:spcAft>
                  <a:spcPts val="600"/>
                </a:spcAft>
              </a:pPr>
              <a:t>2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0119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5DAF0-A5C6-C1BA-77E0-006F87B8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45185-67B2-8D84-AB4E-4315A3FA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Ziele und SDG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F6DE72-14AF-10DA-61D0-7BAB5F6E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B55603-CF8D-A47B-A913-ED1FC2301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sz="2600" dirty="0"/>
              <a:t>Ziel ist es eine virtuelle Umgebung mit 1 Clients und 1 Domaincontroller zu gestalten die durch ein IDS-System gesichert wird und 5 Angriffe von einem Client erkennt bis 31.01.2026</a:t>
            </a:r>
          </a:p>
          <a:p>
            <a:endParaRPr lang="de-AT" dirty="0"/>
          </a:p>
          <a:p>
            <a:r>
              <a:rPr lang="de-AT" sz="2600" dirty="0"/>
              <a:t>SDG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EA7907D-8937-2003-2E39-1274A165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3</a:t>
            </a:fld>
            <a:endParaRPr lang="de-AT"/>
          </a:p>
        </p:txBody>
      </p:sp>
      <p:pic>
        <p:nvPicPr>
          <p:cNvPr id="6" name="Inhaltsplatzhalter 6">
            <a:extLst>
              <a:ext uri="{FF2B5EF4-FFF2-40B4-BE49-F238E27FC236}">
                <a16:creationId xmlns:a16="http://schemas.microsoft.com/office/drawing/2014/main" id="{1EEDD22D-15C7-41BC-9DC0-E67418F3E0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17"/>
          <a:stretch>
            <a:fillRect/>
          </a:stretch>
        </p:blipFill>
        <p:spPr>
          <a:xfrm>
            <a:off x="989441" y="3256279"/>
            <a:ext cx="2169354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756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Milestones</a:t>
            </a:r>
          </a:p>
          <a:p>
            <a:pPr lvl="1"/>
            <a:r>
              <a:rPr lang="de-DE" dirty="0"/>
              <a:t>18.05.2025 – </a:t>
            </a:r>
            <a:r>
              <a:rPr lang="de-DE" dirty="0" err="1"/>
              <a:t>Proxmox</a:t>
            </a:r>
            <a:r>
              <a:rPr lang="de-DE" dirty="0"/>
              <a:t>-Server eingerichtet</a:t>
            </a:r>
          </a:p>
          <a:p>
            <a:pPr lvl="1"/>
            <a:r>
              <a:rPr lang="de-DE" dirty="0"/>
              <a:t>06.07.2025 – VPN-Verbindung erfolgreich eingerichtet</a:t>
            </a:r>
          </a:p>
          <a:p>
            <a:pPr lvl="1"/>
            <a:r>
              <a:rPr lang="de-DE" dirty="0"/>
              <a:t>26.07.2025 – GNS3 installiert</a:t>
            </a:r>
          </a:p>
          <a:p>
            <a:pPr lvl="1"/>
            <a:r>
              <a:rPr lang="de-DE" dirty="0"/>
              <a:t>17.08.2025 – Client und Domaincontroller eingerichtet</a:t>
            </a:r>
          </a:p>
          <a:p>
            <a:pPr lvl="1"/>
            <a:r>
              <a:rPr lang="de-DE" dirty="0"/>
              <a:t>28.08.2025 – Netzwerkscan mit </a:t>
            </a:r>
            <a:r>
              <a:rPr lang="de-DE" dirty="0" err="1"/>
              <a:t>Nmap</a:t>
            </a:r>
            <a:r>
              <a:rPr lang="de-DE" dirty="0"/>
              <a:t> und </a:t>
            </a:r>
            <a:r>
              <a:rPr lang="de-DE" dirty="0" err="1"/>
              <a:t>Netdiscover</a:t>
            </a:r>
            <a:r>
              <a:rPr lang="de-DE" dirty="0"/>
              <a:t> durchgeführt</a:t>
            </a:r>
          </a:p>
          <a:p>
            <a:pPr lvl="1"/>
            <a:r>
              <a:rPr lang="de-DE" dirty="0"/>
              <a:t>31.08.2025 – Drei IDS-Systeme miteinander verglichen</a:t>
            </a:r>
          </a:p>
          <a:p>
            <a:pPr lvl="1"/>
            <a:r>
              <a:rPr lang="de-DE" dirty="0"/>
              <a:t>07.09.2025 – Ausgewähltes IDS-System implementiert</a:t>
            </a:r>
          </a:p>
          <a:p>
            <a:pPr lvl="1"/>
            <a:r>
              <a:rPr lang="de-DE" dirty="0"/>
              <a:t>13.09.2025 – Erste Simulation mit </a:t>
            </a:r>
            <a:r>
              <a:rPr lang="de-DE" dirty="0" err="1"/>
              <a:t>Mimikatz</a:t>
            </a:r>
            <a:r>
              <a:rPr lang="de-DE" dirty="0"/>
              <a:t> und Metasploit durchgeführt</a:t>
            </a:r>
          </a:p>
          <a:p>
            <a:pPr lvl="1"/>
            <a:r>
              <a:rPr lang="de-DE" dirty="0"/>
              <a:t>15.09.2025 – Reaktion des IDS überprüft</a:t>
            </a:r>
          </a:p>
          <a:p>
            <a:pPr lvl="1"/>
            <a:r>
              <a:rPr lang="de-AT" dirty="0"/>
              <a:t>31.01.2026 </a:t>
            </a:r>
            <a:r>
              <a:rPr lang="de-DE" dirty="0"/>
              <a:t>– Dokumentation abgeschlossen</a:t>
            </a:r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DA028-308D-430B-A45B-407D875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25704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3EB63-2D37-4153-86A6-53385D511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224496-3E36-E131-5A0B-08DECBC5B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26E328-CC8D-3AD6-AA06-C00B5B16D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Kostenabschätzung und Bedeckung</a:t>
            </a:r>
          </a:p>
          <a:p>
            <a:pPr lvl="1"/>
            <a:r>
              <a:rPr lang="de-AT" dirty="0"/>
              <a:t>Lüfter Server 13,80€</a:t>
            </a:r>
          </a:p>
          <a:p>
            <a:pPr lvl="1"/>
            <a:r>
              <a:rPr lang="de-AT" dirty="0"/>
              <a:t>Buchdruck 50€</a:t>
            </a:r>
          </a:p>
          <a:p>
            <a:pPr lvl="1"/>
            <a:endParaRPr lang="de-AT" dirty="0"/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573159A-5932-8292-B71B-AF9A997CC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E2EE97-97B8-C818-6074-D1856C832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17498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Bis dato durchgesehen:</a:t>
            </a:r>
            <a:endParaRPr lang="de-AT" dirty="0"/>
          </a:p>
          <a:p>
            <a:pPr lvl="1"/>
            <a:r>
              <a:rPr lang="de-AT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https://www.paloaltonetworks.de/cyberpedia/what-is-an-intrusion-detection-system-ids</a:t>
            </a:r>
            <a:endParaRPr lang="de-AT" dirty="0"/>
          </a:p>
          <a:p>
            <a:pPr lvl="1"/>
            <a:r>
              <a:rPr lang="de-AT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https://wazuh.com/platform/overview/</a:t>
            </a:r>
            <a:endParaRPr lang="de-AT" dirty="0"/>
          </a:p>
          <a:p>
            <a:pPr lvl="1"/>
            <a:r>
              <a:rPr lang="de-AT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https://www.wireguard.com/</a:t>
            </a:r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DA028-308D-430B-A45B-407D875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2983752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F8F8BE0F772449AA3E28E2051A517F" ma:contentTypeVersion="0" ma:contentTypeDescription="Ein neues Dokument erstellen." ma:contentTypeScope="" ma:versionID="0d260f8c1711e932026baa77adf351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0627edd4f09c1f414843cf0643fb7b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09AE3-FA1D-40C8-A6CE-A2D9F55131C8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C214F1-4297-4767-8275-0DA039616A9F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Microsoft Office PowerPoint</Application>
  <PresentationFormat>Breitbild</PresentationFormat>
  <Paragraphs>52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Adobe Gothic Std B</vt:lpstr>
      <vt:lpstr>Arial</vt:lpstr>
      <vt:lpstr>Calibri</vt:lpstr>
      <vt:lpstr>Larissa</vt:lpstr>
      <vt:lpstr>PowerPoint-Präsentation</vt:lpstr>
      <vt:lpstr>Partner/Aufgabenstellung</vt:lpstr>
      <vt:lpstr>Ziele und SDG</vt:lpstr>
      <vt:lpstr>PM</vt:lpstr>
      <vt:lpstr>PM</vt:lpstr>
      <vt:lpstr>Literatur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lastModifiedBy>Eichelberger Tobias</cp:lastModifiedBy>
  <cp:revision>287</cp:revision>
  <cp:lastPrinted>2020-04-02T17:36:48Z</cp:lastPrinted>
  <dcterms:created xsi:type="dcterms:W3CDTF">2012-09-14T17:11:23Z</dcterms:created>
  <dcterms:modified xsi:type="dcterms:W3CDTF">2025-06-18T07:30:09Z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0x010100B5F8F8BE0F772449AA3E28E2051A517F</vt:lpwstr>
  </property>
</Properties>
</file>